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03E8A-5B0E-4FA5-B742-1F6F8F845888}" v="109" dt="2025-11-12T13:05:11.844"/>
    <p1510:client id="{7DA0AA7C-CB21-4CCB-9994-AA9D526F7F7A}" v="278" dt="2025-11-12T13:36:06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a Kashif" userId="Y928H/TP5nnBQuJVICJW7fltzF8k+6iW7cTLrbPkU2I=" providerId="None" clId="Web-{3ADDD2EE-1EB4-44F7-B815-8970587B0DD7}"/>
    <pc:docChg chg="addSld modSld">
      <pc:chgData name="Musa Kashif" userId="Y928H/TP5nnBQuJVICJW7fltzF8k+6iW7cTLrbPkU2I=" providerId="None" clId="Web-{3ADDD2EE-1EB4-44F7-B815-8970587B0DD7}" dt="2025-11-09T12:53:53.072" v="254" actId="1076"/>
      <pc:docMkLst>
        <pc:docMk/>
      </pc:docMkLst>
      <pc:sldChg chg="modSp">
        <pc:chgData name="Musa Kashif" userId="Y928H/TP5nnBQuJVICJW7fltzF8k+6iW7cTLrbPkU2I=" providerId="None" clId="Web-{3ADDD2EE-1EB4-44F7-B815-8970587B0DD7}" dt="2025-11-09T12:29:16.253" v="15" actId="1076"/>
        <pc:sldMkLst>
          <pc:docMk/>
          <pc:sldMk cId="2174994129" sldId="267"/>
        </pc:sldMkLst>
        <pc:cxnChg chg="mod">
          <ac:chgData name="Musa Kashif" userId="Y928H/TP5nnBQuJVICJW7fltzF8k+6iW7cTLrbPkU2I=" providerId="None" clId="Web-{3ADDD2EE-1EB4-44F7-B815-8970587B0DD7}" dt="2025-11-09T12:29:16.253" v="15" actId="1076"/>
          <ac:cxnSpMkLst>
            <pc:docMk/>
            <pc:sldMk cId="2174994129" sldId="267"/>
            <ac:cxnSpMk id="37" creationId="{EA1C84B9-3396-2EA3-A78C-91B4DCED3ED3}"/>
          </ac:cxnSpMkLst>
        </pc:cxnChg>
      </pc:sldChg>
      <pc:sldChg chg="addSp delSp modSp">
        <pc:chgData name="Musa Kashif" userId="Y928H/TP5nnBQuJVICJW7fltzF8k+6iW7cTLrbPkU2I=" providerId="None" clId="Web-{3ADDD2EE-1EB4-44F7-B815-8970587B0DD7}" dt="2025-11-09T12:53:53.072" v="254" actId="1076"/>
        <pc:sldMkLst>
          <pc:docMk/>
          <pc:sldMk cId="3395421959" sldId="268"/>
        </pc:sldMkLst>
        <pc:spChg chg="add mod">
          <ac:chgData name="Musa Kashif" userId="Y928H/TP5nnBQuJVICJW7fltzF8k+6iW7cTLrbPkU2I=" providerId="None" clId="Web-{3ADDD2EE-1EB4-44F7-B815-8970587B0DD7}" dt="2025-11-09T12:52:48.507" v="246" actId="1076"/>
          <ac:spMkLst>
            <pc:docMk/>
            <pc:sldMk cId="3395421959" sldId="268"/>
            <ac:spMk id="8" creationId="{5CBF86C0-8A74-AB68-4756-245C593BC199}"/>
          </ac:spMkLst>
        </pc:spChg>
        <pc:spChg chg="add mod">
          <ac:chgData name="Musa Kashif" userId="Y928H/TP5nnBQuJVICJW7fltzF8k+6iW7cTLrbPkU2I=" providerId="None" clId="Web-{3ADDD2EE-1EB4-44F7-B815-8970587B0DD7}" dt="2025-11-09T12:41:42.140" v="171" actId="1076"/>
          <ac:spMkLst>
            <pc:docMk/>
            <pc:sldMk cId="3395421959" sldId="268"/>
            <ac:spMk id="12" creationId="{EA1C99CB-C68D-631D-F2D7-B810233E4852}"/>
          </ac:spMkLst>
        </pc:spChg>
        <pc:spChg chg="add mod">
          <ac:chgData name="Musa Kashif" userId="Y928H/TP5nnBQuJVICJW7fltzF8k+6iW7cTLrbPkU2I=" providerId="None" clId="Web-{3ADDD2EE-1EB4-44F7-B815-8970587B0DD7}" dt="2025-11-09T12:41:36.999" v="170" actId="1076"/>
          <ac:spMkLst>
            <pc:docMk/>
            <pc:sldMk cId="3395421959" sldId="268"/>
            <ac:spMk id="15" creationId="{72CF452E-844F-14B6-7347-133E14A67C1F}"/>
          </ac:spMkLst>
        </pc:spChg>
        <pc:spChg chg="add mod">
          <ac:chgData name="Musa Kashif" userId="Y928H/TP5nnBQuJVICJW7fltzF8k+6iW7cTLrbPkU2I=" providerId="None" clId="Web-{3ADDD2EE-1EB4-44F7-B815-8970587B0DD7}" dt="2025-11-09T12:46:01.900" v="199" actId="1076"/>
          <ac:spMkLst>
            <pc:docMk/>
            <pc:sldMk cId="3395421959" sldId="268"/>
            <ac:spMk id="19" creationId="{5D991C85-0676-BC11-3BC3-D84458C09A11}"/>
          </ac:spMkLst>
        </pc:spChg>
        <pc:spChg chg="add mod ord">
          <ac:chgData name="Musa Kashif" userId="Y928H/TP5nnBQuJVICJW7fltzF8k+6iW7cTLrbPkU2I=" providerId="None" clId="Web-{3ADDD2EE-1EB4-44F7-B815-8970587B0DD7}" dt="2025-11-09T12:48:02.576" v="213" actId="1076"/>
          <ac:spMkLst>
            <pc:docMk/>
            <pc:sldMk cId="3395421959" sldId="268"/>
            <ac:spMk id="21" creationId="{E32B2FE7-8AA8-E1F4-9ACF-D4B02D6D77F3}"/>
          </ac:spMkLst>
        </pc:spChg>
        <pc:spChg chg="add mod">
          <ac:chgData name="Musa Kashif" userId="Y928H/TP5nnBQuJVICJW7fltzF8k+6iW7cTLrbPkU2I=" providerId="None" clId="Web-{3ADDD2EE-1EB4-44F7-B815-8970587B0DD7}" dt="2025-11-09T12:52:18.693" v="240" actId="1076"/>
          <ac:spMkLst>
            <pc:docMk/>
            <pc:sldMk cId="3395421959" sldId="268"/>
            <ac:spMk id="23" creationId="{6D4BCF9A-6019-05D6-09BF-77111AB22FE3}"/>
          </ac:spMkLst>
        </pc:spChg>
        <pc:picChg chg="mod">
          <ac:chgData name="Musa Kashif" userId="Y928H/TP5nnBQuJVICJW7fltzF8k+6iW7cTLrbPkU2I=" providerId="None" clId="Web-{3ADDD2EE-1EB4-44F7-B815-8970587B0DD7}" dt="2025-11-09T12:52:51.351" v="247" actId="1076"/>
          <ac:picMkLst>
            <pc:docMk/>
            <pc:sldMk cId="3395421959" sldId="268"/>
            <ac:picMk id="4" creationId="{02C4811E-4913-81DE-B360-BE4A681229B8}"/>
          </ac:picMkLst>
        </pc:picChg>
        <pc:picChg chg="add mod">
          <ac:chgData name="Musa Kashif" userId="Y928H/TP5nnBQuJVICJW7fltzF8k+6iW7cTLrbPkU2I=" providerId="None" clId="Web-{3ADDD2EE-1EB4-44F7-B815-8970587B0DD7}" dt="2025-11-09T12:41:20.796" v="169" actId="1076"/>
          <ac:picMkLst>
            <pc:docMk/>
            <pc:sldMk cId="3395421959" sldId="268"/>
            <ac:picMk id="11" creationId="{FFE6B548-3FF9-3907-E7CF-DA2C1902A6DC}"/>
          </ac:picMkLst>
        </pc:picChg>
        <pc:picChg chg="add mod">
          <ac:chgData name="Musa Kashif" userId="Y928H/TP5nnBQuJVICJW7fltzF8k+6iW7cTLrbPkU2I=" providerId="None" clId="Web-{3ADDD2EE-1EB4-44F7-B815-8970587B0DD7}" dt="2025-11-09T12:41:16.921" v="168" actId="1076"/>
          <ac:picMkLst>
            <pc:docMk/>
            <pc:sldMk cId="3395421959" sldId="268"/>
            <ac:picMk id="14" creationId="{57F13437-2D80-F3F4-3762-D5B998E33C86}"/>
          </ac:picMkLst>
        </pc:picChg>
        <pc:picChg chg="add mod">
          <ac:chgData name="Musa Kashif" userId="Y928H/TP5nnBQuJVICJW7fltzF8k+6iW7cTLrbPkU2I=" providerId="None" clId="Web-{3ADDD2EE-1EB4-44F7-B815-8970587B0DD7}" dt="2025-11-09T12:49:49.781" v="215" actId="1076"/>
          <ac:picMkLst>
            <pc:docMk/>
            <pc:sldMk cId="3395421959" sldId="268"/>
            <ac:picMk id="18" creationId="{7E1E2517-0D3C-A91D-302F-482883479F29}"/>
          </ac:picMkLst>
        </pc:picChg>
        <pc:picChg chg="add mod">
          <ac:chgData name="Musa Kashif" userId="Y928H/TP5nnBQuJVICJW7fltzF8k+6iW7cTLrbPkU2I=" providerId="None" clId="Web-{3ADDD2EE-1EB4-44F7-B815-8970587B0DD7}" dt="2025-11-09T12:53:53.072" v="254" actId="1076"/>
          <ac:picMkLst>
            <pc:docMk/>
            <pc:sldMk cId="3395421959" sldId="268"/>
            <ac:picMk id="25" creationId="{6C69D72F-88FE-87F2-1DE6-2043FB1C0C79}"/>
          </ac:picMkLst>
        </pc:picChg>
        <pc:picChg chg="add mod">
          <ac:chgData name="Musa Kashif" userId="Y928H/TP5nnBQuJVICJW7fltzF8k+6iW7cTLrbPkU2I=" providerId="None" clId="Web-{3ADDD2EE-1EB4-44F7-B815-8970587B0DD7}" dt="2025-11-09T12:53:50.088" v="252" actId="1076"/>
          <ac:picMkLst>
            <pc:docMk/>
            <pc:sldMk cId="3395421959" sldId="268"/>
            <ac:picMk id="26" creationId="{D425EE4C-BED7-5696-8048-8917DE3227EE}"/>
          </ac:picMkLst>
        </pc:picChg>
        <pc:cxnChg chg="add mod">
          <ac:chgData name="Musa Kashif" userId="Y928H/TP5nnBQuJVICJW7fltzF8k+6iW7cTLrbPkU2I=" providerId="None" clId="Web-{3ADDD2EE-1EB4-44F7-B815-8970587B0DD7}" dt="2025-11-09T12:52:42.647" v="245" actId="14100"/>
          <ac:cxnSpMkLst>
            <pc:docMk/>
            <pc:sldMk cId="3395421959" sldId="268"/>
            <ac:cxnSpMk id="24" creationId="{9BECB534-FAE9-3F7F-349A-D43BEBEE9778}"/>
          </ac:cxnSpMkLst>
        </pc:cxnChg>
      </pc:sldChg>
    </pc:docChg>
  </pc:docChgLst>
  <pc:docChgLst>
    <pc:chgData name="Musa Kashif" userId="Y928H/TP5nnBQuJVICJW7fltzF8k+6iW7cTLrbPkU2I=" providerId="None" clId="Web-{55A03E8A-5B0E-4FA5-B742-1F6F8F845888}"/>
    <pc:docChg chg="addSld delSld modSld">
      <pc:chgData name="Musa Kashif" userId="Y928H/TP5nnBQuJVICJW7fltzF8k+6iW7cTLrbPkU2I=" providerId="None" clId="Web-{55A03E8A-5B0E-4FA5-B742-1F6F8F845888}" dt="2025-11-12T13:05:11.844" v="81" actId="20577"/>
      <pc:docMkLst>
        <pc:docMk/>
      </pc:docMkLst>
      <pc:sldChg chg="modSp new del">
        <pc:chgData name="Musa Kashif" userId="Y928H/TP5nnBQuJVICJW7fltzF8k+6iW7cTLrbPkU2I=" providerId="None" clId="Web-{55A03E8A-5B0E-4FA5-B742-1F6F8F845888}" dt="2025-11-12T12:00:59.036" v="12"/>
        <pc:sldMkLst>
          <pc:docMk/>
          <pc:sldMk cId="1261507533" sldId="269"/>
        </pc:sldMkLst>
        <pc:spChg chg="mod">
          <ac:chgData name="Musa Kashif" userId="Y928H/TP5nnBQuJVICJW7fltzF8k+6iW7cTLrbPkU2I=" providerId="None" clId="Web-{55A03E8A-5B0E-4FA5-B742-1F6F8F845888}" dt="2025-11-12T12:00:39.113" v="7" actId="20577"/>
          <ac:spMkLst>
            <pc:docMk/>
            <pc:sldMk cId="1261507533" sldId="269"/>
            <ac:spMk id="2" creationId="{A9979D88-6CE9-7151-C460-36F2850CA3C8}"/>
          </ac:spMkLst>
        </pc:spChg>
        <pc:spChg chg="mod">
          <ac:chgData name="Musa Kashif" userId="Y928H/TP5nnBQuJVICJW7fltzF8k+6iW7cTLrbPkU2I=" providerId="None" clId="Web-{55A03E8A-5B0E-4FA5-B742-1F6F8F845888}" dt="2025-11-12T12:00:36.238" v="5" actId="20577"/>
          <ac:spMkLst>
            <pc:docMk/>
            <pc:sldMk cId="1261507533" sldId="269"/>
            <ac:spMk id="3" creationId="{E7164B2C-1C2F-E946-0E4D-764CC1FD0608}"/>
          </ac:spMkLst>
        </pc:spChg>
      </pc:sldChg>
      <pc:sldChg chg="addSp modSp new">
        <pc:chgData name="Musa Kashif" userId="Y928H/TP5nnBQuJVICJW7fltzF8k+6iW7cTLrbPkU2I=" providerId="None" clId="Web-{55A03E8A-5B0E-4FA5-B742-1F6F8F845888}" dt="2025-11-12T13:04:47.406" v="74" actId="1076"/>
        <pc:sldMkLst>
          <pc:docMk/>
          <pc:sldMk cId="623379006" sldId="270"/>
        </pc:sldMkLst>
        <pc:spChg chg="add mod">
          <ac:chgData name="Musa Kashif" userId="Y928H/TP5nnBQuJVICJW7fltzF8k+6iW7cTLrbPkU2I=" providerId="None" clId="Web-{55A03E8A-5B0E-4FA5-B742-1F6F8F845888}" dt="2025-11-12T12:59:07.153" v="64" actId="14100"/>
          <ac:spMkLst>
            <pc:docMk/>
            <pc:sldMk cId="623379006" sldId="270"/>
            <ac:spMk id="3" creationId="{D361C7AC-15AB-DFE7-C41E-6E697EC9A282}"/>
          </ac:spMkLst>
        </pc:spChg>
        <pc:picChg chg="add mod">
          <ac:chgData name="Musa Kashif" userId="Y928H/TP5nnBQuJVICJW7fltzF8k+6iW7cTLrbPkU2I=" providerId="None" clId="Web-{55A03E8A-5B0E-4FA5-B742-1F6F8F845888}" dt="2025-11-12T13:04:47.406" v="74" actId="1076"/>
          <ac:picMkLst>
            <pc:docMk/>
            <pc:sldMk cId="623379006" sldId="270"/>
            <ac:picMk id="2" creationId="{49D08E28-EEFA-17E4-04B2-D7941E7C61D1}"/>
          </ac:picMkLst>
        </pc:picChg>
        <pc:picChg chg="add mod">
          <ac:chgData name="Musa Kashif" userId="Y928H/TP5nnBQuJVICJW7fltzF8k+6iW7cTLrbPkU2I=" providerId="None" clId="Web-{55A03E8A-5B0E-4FA5-B742-1F6F8F845888}" dt="2025-11-12T13:04:43.359" v="73" actId="1076"/>
          <ac:picMkLst>
            <pc:docMk/>
            <pc:sldMk cId="623379006" sldId="270"/>
            <ac:picMk id="4" creationId="{A091EA85-7401-528B-F8A6-8FEE5637D5F7}"/>
          </ac:picMkLst>
        </pc:picChg>
      </pc:sldChg>
      <pc:sldChg chg="addSp modSp new">
        <pc:chgData name="Musa Kashif" userId="Y928H/TP5nnBQuJVICJW7fltzF8k+6iW7cTLrbPkU2I=" providerId="None" clId="Web-{55A03E8A-5B0E-4FA5-B742-1F6F8F845888}" dt="2025-11-12T13:05:11.844" v="81" actId="20577"/>
        <pc:sldMkLst>
          <pc:docMk/>
          <pc:sldMk cId="1805407734" sldId="271"/>
        </pc:sldMkLst>
        <pc:spChg chg="add mod">
          <ac:chgData name="Musa Kashif" userId="Y928H/TP5nnBQuJVICJW7fltzF8k+6iW7cTLrbPkU2I=" providerId="None" clId="Web-{55A03E8A-5B0E-4FA5-B742-1F6F8F845888}" dt="2025-11-12T13:05:11.844" v="81" actId="20577"/>
          <ac:spMkLst>
            <pc:docMk/>
            <pc:sldMk cId="1805407734" sldId="271"/>
            <ac:spMk id="2" creationId="{CF9E47A5-6726-B893-2A03-999EF9B46F7C}"/>
          </ac:spMkLst>
        </pc:spChg>
      </pc:sldChg>
    </pc:docChg>
  </pc:docChgLst>
  <pc:docChgLst>
    <pc:chgData name="Musa Kashif" userId="Y928H/TP5nnBQuJVICJW7fltzF8k+6iW7cTLrbPkU2I=" providerId="None" clId="Web-{7DA0AA7C-CB21-4CCB-9994-AA9D526F7F7A}"/>
    <pc:docChg chg="modSld">
      <pc:chgData name="Musa Kashif" userId="Y928H/TP5nnBQuJVICJW7fltzF8k+6iW7cTLrbPkU2I=" providerId="None" clId="Web-{7DA0AA7C-CB21-4CCB-9994-AA9D526F7F7A}" dt="2025-11-12T13:36:06.179" v="168" actId="1076"/>
      <pc:docMkLst>
        <pc:docMk/>
      </pc:docMkLst>
      <pc:sldChg chg="addSp delSp modSp">
        <pc:chgData name="Musa Kashif" userId="Y928H/TP5nnBQuJVICJW7fltzF8k+6iW7cTLrbPkU2I=" providerId="None" clId="Web-{7DA0AA7C-CB21-4CCB-9994-AA9D526F7F7A}" dt="2025-11-12T13:36:06.179" v="168" actId="1076"/>
        <pc:sldMkLst>
          <pc:docMk/>
          <pc:sldMk cId="623379006" sldId="270"/>
        </pc:sldMkLst>
        <pc:spChg chg="mod">
          <ac:chgData name="Musa Kashif" userId="Y928H/TP5nnBQuJVICJW7fltzF8k+6iW7cTLrbPkU2I=" providerId="None" clId="Web-{7DA0AA7C-CB21-4CCB-9994-AA9D526F7F7A}" dt="2025-11-12T13:34:52.147" v="166" actId="1076"/>
          <ac:spMkLst>
            <pc:docMk/>
            <pc:sldMk cId="623379006" sldId="270"/>
            <ac:spMk id="3" creationId="{D361C7AC-15AB-DFE7-C41E-6E697EC9A282}"/>
          </ac:spMkLst>
        </pc:spChg>
        <pc:spChg chg="add mod">
          <ac:chgData name="Musa Kashif" userId="Y928H/TP5nnBQuJVICJW7fltzF8k+6iW7cTLrbPkU2I=" providerId="None" clId="Web-{7DA0AA7C-CB21-4CCB-9994-AA9D526F7F7A}" dt="2025-11-12T13:36:06.179" v="168" actId="1076"/>
          <ac:spMkLst>
            <pc:docMk/>
            <pc:sldMk cId="623379006" sldId="270"/>
            <ac:spMk id="5" creationId="{C2B4EEE7-DA9B-1315-866E-BACF325DA27F}"/>
          </ac:spMkLst>
        </pc:spChg>
        <pc:spChg chg="add del mod">
          <ac:chgData name="Musa Kashif" userId="Y928H/TP5nnBQuJVICJW7fltzF8k+6iW7cTLrbPkU2I=" providerId="None" clId="Web-{7DA0AA7C-CB21-4CCB-9994-AA9D526F7F7A}" dt="2025-11-12T13:08:57.273" v="53"/>
          <ac:spMkLst>
            <pc:docMk/>
            <pc:sldMk cId="623379006" sldId="270"/>
            <ac:spMk id="6" creationId="{3D1924C4-E0AA-A882-5E4A-DB343B7B9070}"/>
          </ac:spMkLst>
        </pc:spChg>
        <pc:spChg chg="add mod">
          <ac:chgData name="Musa Kashif" userId="Y928H/TP5nnBQuJVICJW7fltzF8k+6iW7cTLrbPkU2I=" providerId="None" clId="Web-{7DA0AA7C-CB21-4CCB-9994-AA9D526F7F7A}" dt="2025-11-12T13:34:56.116" v="167" actId="1076"/>
          <ac:spMkLst>
            <pc:docMk/>
            <pc:sldMk cId="623379006" sldId="270"/>
            <ac:spMk id="7" creationId="{29FF2D76-4E8A-0435-C70A-C0C99994AF72}"/>
          </ac:spMkLst>
        </pc:spChg>
        <pc:picChg chg="del">
          <ac:chgData name="Musa Kashif" userId="Y928H/TP5nnBQuJVICJW7fltzF8k+6iW7cTLrbPkU2I=" providerId="None" clId="Web-{7DA0AA7C-CB21-4CCB-9994-AA9D526F7F7A}" dt="2025-11-12T13:07:46.036" v="37"/>
          <ac:picMkLst>
            <pc:docMk/>
            <pc:sldMk cId="623379006" sldId="270"/>
            <ac:picMk id="2" creationId="{49D08E28-EEFA-17E4-04B2-D7941E7C61D1}"/>
          </ac:picMkLst>
        </pc:picChg>
        <pc:picChg chg="del">
          <ac:chgData name="Musa Kashif" userId="Y928H/TP5nnBQuJVICJW7fltzF8k+6iW7cTLrbPkU2I=" providerId="None" clId="Web-{7DA0AA7C-CB21-4CCB-9994-AA9D526F7F7A}" dt="2025-11-12T13:07:46.724" v="38"/>
          <ac:picMkLst>
            <pc:docMk/>
            <pc:sldMk cId="623379006" sldId="270"/>
            <ac:picMk id="4" creationId="{A091EA85-7401-528B-F8A6-8FEE5637D5F7}"/>
          </ac:picMkLst>
        </pc:picChg>
      </pc:sldChg>
      <pc:sldChg chg="addSp modSp">
        <pc:chgData name="Musa Kashif" userId="Y928H/TP5nnBQuJVICJW7fltzF8k+6iW7cTLrbPkU2I=" providerId="None" clId="Web-{7DA0AA7C-CB21-4CCB-9994-AA9D526F7F7A}" dt="2025-11-12T13:29:52.094" v="149" actId="1076"/>
        <pc:sldMkLst>
          <pc:docMk/>
          <pc:sldMk cId="1805407734" sldId="271"/>
        </pc:sldMkLst>
        <pc:spChg chg="mod">
          <ac:chgData name="Musa Kashif" userId="Y928H/TP5nnBQuJVICJW7fltzF8k+6iW7cTLrbPkU2I=" providerId="None" clId="Web-{7DA0AA7C-CB21-4CCB-9994-AA9D526F7F7A}" dt="2025-11-12T13:27:26.651" v="145" actId="20577"/>
          <ac:spMkLst>
            <pc:docMk/>
            <pc:sldMk cId="1805407734" sldId="271"/>
            <ac:spMk id="2" creationId="{CF9E47A5-6726-B893-2A03-999EF9B46F7C}"/>
          </ac:spMkLst>
        </pc:spChg>
        <pc:spChg chg="add mod">
          <ac:chgData name="Musa Kashif" userId="Y928H/TP5nnBQuJVICJW7fltzF8k+6iW7cTLrbPkU2I=" providerId="None" clId="Web-{7DA0AA7C-CB21-4CCB-9994-AA9D526F7F7A}" dt="2025-11-12T13:27:52.856" v="147" actId="14100"/>
          <ac:spMkLst>
            <pc:docMk/>
            <pc:sldMk cId="1805407734" sldId="271"/>
            <ac:spMk id="4" creationId="{8ABD0150-A954-754A-A0D9-C4128DF73DFE}"/>
          </ac:spMkLst>
        </pc:spChg>
        <pc:picChg chg="add mod">
          <ac:chgData name="Musa Kashif" userId="Y928H/TP5nnBQuJVICJW7fltzF8k+6iW7cTLrbPkU2I=" providerId="None" clId="Web-{7DA0AA7C-CB21-4CCB-9994-AA9D526F7F7A}" dt="2025-11-12T13:29:52.094" v="149" actId="1076"/>
          <ac:picMkLst>
            <pc:docMk/>
            <pc:sldMk cId="1805407734" sldId="271"/>
            <ac:picMk id="3" creationId="{22A7C3AF-B921-95A8-62FA-60A7CEF28930}"/>
          </ac:picMkLst>
        </pc:picChg>
      </pc:sldChg>
    </pc:docChg>
  </pc:docChgLst>
  <pc:docChgLst>
    <pc:chgData name="Musa Kashif" userId="Y928H/TP5nnBQuJVICJW7fltzF8k+6iW7cTLrbPkU2I=" providerId="None" clId="Web-{C6F2CDD5-D5DD-43B9-947F-FB577FF3C8D4}"/>
    <pc:docChg chg="delSld modSld">
      <pc:chgData name="Musa Kashif" userId="Y928H/TP5nnBQuJVICJW7fltzF8k+6iW7cTLrbPkU2I=" providerId="None" clId="Web-{C6F2CDD5-D5DD-43B9-947F-FB577FF3C8D4}" dt="2025-11-09T13:29:35.433" v="382"/>
      <pc:docMkLst>
        <pc:docMk/>
      </pc:docMkLst>
      <pc:sldChg chg="addSp delSp modSp">
        <pc:chgData name="Musa Kashif" userId="Y928H/TP5nnBQuJVICJW7fltzF8k+6iW7cTLrbPkU2I=" providerId="None" clId="Web-{C6F2CDD5-D5DD-43B9-947F-FB577FF3C8D4}" dt="2025-11-09T13:29:21.433" v="381" actId="1076"/>
        <pc:sldMkLst>
          <pc:docMk/>
          <pc:sldMk cId="3395421959" sldId="268"/>
        </pc:sldMkLst>
        <pc:spChg chg="add mod">
          <ac:chgData name="Musa Kashif" userId="Y928H/TP5nnBQuJVICJW7fltzF8k+6iW7cTLrbPkU2I=" providerId="None" clId="Web-{C6F2CDD5-D5DD-43B9-947F-FB577FF3C8D4}" dt="2025-11-09T13:20:25.430" v="327" actId="1076"/>
          <ac:spMkLst>
            <pc:docMk/>
            <pc:sldMk cId="3395421959" sldId="268"/>
            <ac:spMk id="7" creationId="{39A82937-D99A-E1D3-46B1-B145D16351E2}"/>
          </ac:spMkLst>
        </pc:spChg>
        <pc:spChg chg="mod">
          <ac:chgData name="Musa Kashif" userId="Y928H/TP5nnBQuJVICJW7fltzF8k+6iW7cTLrbPkU2I=" providerId="None" clId="Web-{C6F2CDD5-D5DD-43B9-947F-FB577FF3C8D4}" dt="2025-11-09T13:29:13.589" v="380" actId="1076"/>
          <ac:spMkLst>
            <pc:docMk/>
            <pc:sldMk cId="3395421959" sldId="268"/>
            <ac:spMk id="8" creationId="{5CBF86C0-8A74-AB68-4756-245C593BC199}"/>
          </ac:spMkLst>
        </pc:spChg>
        <pc:spChg chg="add mod">
          <ac:chgData name="Musa Kashif" userId="Y928H/TP5nnBQuJVICJW7fltzF8k+6iW7cTLrbPkU2I=" providerId="None" clId="Web-{C6F2CDD5-D5DD-43B9-947F-FB577FF3C8D4}" dt="2025-11-09T13:14:37.566" v="281" actId="1076"/>
          <ac:spMkLst>
            <pc:docMk/>
            <pc:sldMk cId="3395421959" sldId="268"/>
            <ac:spMk id="10" creationId="{840E2419-EA0F-D7E5-493D-B0910C20FB15}"/>
          </ac:spMkLst>
        </pc:spChg>
        <pc:spChg chg="mod">
          <ac:chgData name="Musa Kashif" userId="Y928H/TP5nnBQuJVICJW7fltzF8k+6iW7cTLrbPkU2I=" providerId="None" clId="Web-{C6F2CDD5-D5DD-43B9-947F-FB577FF3C8D4}" dt="2025-11-09T13:03:38.781" v="197" actId="1076"/>
          <ac:spMkLst>
            <pc:docMk/>
            <pc:sldMk cId="3395421959" sldId="268"/>
            <ac:spMk id="12" creationId="{EA1C99CB-C68D-631D-F2D7-B810233E4852}"/>
          </ac:spMkLst>
        </pc:spChg>
        <pc:spChg chg="mod">
          <ac:chgData name="Musa Kashif" userId="Y928H/TP5nnBQuJVICJW7fltzF8k+6iW7cTLrbPkU2I=" providerId="None" clId="Web-{C6F2CDD5-D5DD-43B9-947F-FB577FF3C8D4}" dt="2025-11-09T13:27:20.964" v="369" actId="1076"/>
          <ac:spMkLst>
            <pc:docMk/>
            <pc:sldMk cId="3395421959" sldId="268"/>
            <ac:spMk id="15" creationId="{72CF452E-844F-14B6-7347-133E14A67C1F}"/>
          </ac:spMkLst>
        </pc:spChg>
        <pc:spChg chg="mod">
          <ac:chgData name="Musa Kashif" userId="Y928H/TP5nnBQuJVICJW7fltzF8k+6iW7cTLrbPkU2I=" providerId="None" clId="Web-{C6F2CDD5-D5DD-43B9-947F-FB577FF3C8D4}" dt="2025-11-09T13:27:56.370" v="373" actId="14100"/>
          <ac:spMkLst>
            <pc:docMk/>
            <pc:sldMk cId="3395421959" sldId="268"/>
            <ac:spMk id="21" creationId="{E32B2FE7-8AA8-E1F4-9ACF-D4B02D6D77F3}"/>
          </ac:spMkLst>
        </pc:spChg>
        <pc:spChg chg="mod">
          <ac:chgData name="Musa Kashif" userId="Y928H/TP5nnBQuJVICJW7fltzF8k+6iW7cTLrbPkU2I=" providerId="None" clId="Web-{C6F2CDD5-D5DD-43B9-947F-FB577FF3C8D4}" dt="2025-11-09T13:26:21.792" v="358" actId="1076"/>
          <ac:spMkLst>
            <pc:docMk/>
            <pc:sldMk cId="3395421959" sldId="268"/>
            <ac:spMk id="23" creationId="{6D4BCF9A-6019-05D6-09BF-77111AB22FE3}"/>
          </ac:spMkLst>
        </pc:spChg>
        <pc:spChg chg="add mod">
          <ac:chgData name="Musa Kashif" userId="Y928H/TP5nnBQuJVICJW7fltzF8k+6iW7cTLrbPkU2I=" providerId="None" clId="Web-{C6F2CDD5-D5DD-43B9-947F-FB577FF3C8D4}" dt="2025-11-09T13:02:06.155" v="175" actId="1076"/>
          <ac:spMkLst>
            <pc:docMk/>
            <pc:sldMk cId="3395421959" sldId="268"/>
            <ac:spMk id="32" creationId="{C3C0383E-9722-9110-139A-30EC3AF75ECA}"/>
          </ac:spMkLst>
        </pc:spChg>
        <pc:spChg chg="add mod">
          <ac:chgData name="Musa Kashif" userId="Y928H/TP5nnBQuJVICJW7fltzF8k+6iW7cTLrbPkU2I=" providerId="None" clId="Web-{C6F2CDD5-D5DD-43B9-947F-FB577FF3C8D4}" dt="2025-11-09T13:02:06.186" v="178" actId="1076"/>
          <ac:spMkLst>
            <pc:docMk/>
            <pc:sldMk cId="3395421959" sldId="268"/>
            <ac:spMk id="38" creationId="{A5AC2D09-D469-DA05-F6DB-882EDCE973D8}"/>
          </ac:spMkLst>
        </pc:spChg>
        <pc:spChg chg="add mod">
          <ac:chgData name="Musa Kashif" userId="Y928H/TP5nnBQuJVICJW7fltzF8k+6iW7cTLrbPkU2I=" providerId="None" clId="Web-{C6F2CDD5-D5DD-43B9-947F-FB577FF3C8D4}" dt="2025-11-09T13:02:06.218" v="181" actId="1076"/>
          <ac:spMkLst>
            <pc:docMk/>
            <pc:sldMk cId="3395421959" sldId="268"/>
            <ac:spMk id="44" creationId="{8C3DFF3F-5FF2-4350-1731-9796E853AB8D}"/>
          </ac:spMkLst>
        </pc:spChg>
        <pc:spChg chg="add mod">
          <ac:chgData name="Musa Kashif" userId="Y928H/TP5nnBQuJVICJW7fltzF8k+6iW7cTLrbPkU2I=" providerId="None" clId="Web-{C6F2CDD5-D5DD-43B9-947F-FB577FF3C8D4}" dt="2025-11-09T13:02:10.702" v="183" actId="14100"/>
          <ac:spMkLst>
            <pc:docMk/>
            <pc:sldMk cId="3395421959" sldId="268"/>
            <ac:spMk id="46" creationId="{821F9A9A-7DB2-9797-3CB3-F6F89C86A5CC}"/>
          </ac:spMkLst>
        </pc:spChg>
        <pc:spChg chg="add mod">
          <ac:chgData name="Musa Kashif" userId="Y928H/TP5nnBQuJVICJW7fltzF8k+6iW7cTLrbPkU2I=" providerId="None" clId="Web-{C6F2CDD5-D5DD-43B9-947F-FB577FF3C8D4}" dt="2025-11-09T13:28:47.901" v="379" actId="20577"/>
          <ac:spMkLst>
            <pc:docMk/>
            <pc:sldMk cId="3395421959" sldId="268"/>
            <ac:spMk id="48" creationId="{DA84F4E8-E6ED-CBAF-F816-00784CD11B6D}"/>
          </ac:spMkLst>
        </pc:spChg>
        <pc:spChg chg="add mod">
          <ac:chgData name="Musa Kashif" userId="Y928H/TP5nnBQuJVICJW7fltzF8k+6iW7cTLrbPkU2I=" providerId="None" clId="Web-{C6F2CDD5-D5DD-43B9-947F-FB577FF3C8D4}" dt="2025-11-09T13:20:19.914" v="326" actId="14100"/>
          <ac:spMkLst>
            <pc:docMk/>
            <pc:sldMk cId="3395421959" sldId="268"/>
            <ac:spMk id="49" creationId="{7ABCA28C-5C0E-6A0E-D2CE-AD6FB85C1650}"/>
          </ac:spMkLst>
        </pc:spChg>
        <pc:spChg chg="add mod">
          <ac:chgData name="Musa Kashif" userId="Y928H/TP5nnBQuJVICJW7fltzF8k+6iW7cTLrbPkU2I=" providerId="None" clId="Web-{C6F2CDD5-D5DD-43B9-947F-FB577FF3C8D4}" dt="2025-11-09T13:15:43.394" v="295" actId="1076"/>
          <ac:spMkLst>
            <pc:docMk/>
            <pc:sldMk cId="3395421959" sldId="268"/>
            <ac:spMk id="54" creationId="{8C712553-21A8-0C89-AC0B-B44B369AE3B2}"/>
          </ac:spMkLst>
        </pc:spChg>
        <pc:spChg chg="add mod">
          <ac:chgData name="Musa Kashif" userId="Y928H/TP5nnBQuJVICJW7fltzF8k+6iW7cTLrbPkU2I=" providerId="None" clId="Web-{C6F2CDD5-D5DD-43B9-947F-FB577FF3C8D4}" dt="2025-11-09T13:26:43.870" v="364" actId="1076"/>
          <ac:spMkLst>
            <pc:docMk/>
            <pc:sldMk cId="3395421959" sldId="268"/>
            <ac:spMk id="56" creationId="{ED277448-5C45-C35E-DD52-847AB615080F}"/>
          </ac:spMkLst>
        </pc:spChg>
        <pc:spChg chg="add mod">
          <ac:chgData name="Musa Kashif" userId="Y928H/TP5nnBQuJVICJW7fltzF8k+6iW7cTLrbPkU2I=" providerId="None" clId="Web-{C6F2CDD5-D5DD-43B9-947F-FB577FF3C8D4}" dt="2025-11-09T13:13:48.160" v="270" actId="1076"/>
          <ac:spMkLst>
            <pc:docMk/>
            <pc:sldMk cId="3395421959" sldId="268"/>
            <ac:spMk id="57" creationId="{3FB983B2-17AE-59E6-656D-C844FB288674}"/>
          </ac:spMkLst>
        </pc:spChg>
        <pc:grpChg chg="add mod">
          <ac:chgData name="Musa Kashif" userId="Y928H/TP5nnBQuJVICJW7fltzF8k+6iW7cTLrbPkU2I=" providerId="None" clId="Web-{C6F2CDD5-D5DD-43B9-947F-FB577FF3C8D4}" dt="2025-11-09T13:15:57.925" v="298" actId="1076"/>
          <ac:grpSpMkLst>
            <pc:docMk/>
            <pc:sldMk cId="3395421959" sldId="268"/>
            <ac:grpSpMk id="55" creationId="{3E3B08B4-5400-177D-9862-FD72A84472C7}"/>
          </ac:grpSpMkLst>
        </pc:grpChg>
        <pc:grpChg chg="add mod">
          <ac:chgData name="Musa Kashif" userId="Y928H/TP5nnBQuJVICJW7fltzF8k+6iW7cTLrbPkU2I=" providerId="None" clId="Web-{C6F2CDD5-D5DD-43B9-947F-FB577FF3C8D4}" dt="2025-11-09T13:14:26.488" v="277" actId="1076"/>
          <ac:grpSpMkLst>
            <pc:docMk/>
            <pc:sldMk cId="3395421959" sldId="268"/>
            <ac:grpSpMk id="58" creationId="{76F44F2E-BE9E-2E85-106A-63579DC497EA}"/>
          </ac:grpSpMkLst>
        </pc:grpChg>
        <pc:grpChg chg="add mod">
          <ac:chgData name="Musa Kashif" userId="Y928H/TP5nnBQuJVICJW7fltzF8k+6iW7cTLrbPkU2I=" providerId="None" clId="Web-{C6F2CDD5-D5DD-43B9-947F-FB577FF3C8D4}" dt="2025-11-09T13:26:51.495" v="366" actId="1076"/>
          <ac:grpSpMkLst>
            <pc:docMk/>
            <pc:sldMk cId="3395421959" sldId="268"/>
            <ac:grpSpMk id="63" creationId="{90861156-8659-175C-FFE3-6DF55A90E19C}"/>
          </ac:grpSpMkLst>
        </pc:grpChg>
        <pc:picChg chg="add mod">
          <ac:chgData name="Musa Kashif" userId="Y928H/TP5nnBQuJVICJW7fltzF8k+6iW7cTLrbPkU2I=" providerId="None" clId="Web-{C6F2CDD5-D5DD-43B9-947F-FB577FF3C8D4}" dt="2025-11-09T13:16:02.722" v="299" actId="1076"/>
          <ac:picMkLst>
            <pc:docMk/>
            <pc:sldMk cId="3395421959" sldId="268"/>
            <ac:picMk id="2" creationId="{C31E6DD0-5A44-9318-62B1-6298B4D80F1D}"/>
          </ac:picMkLst>
        </pc:picChg>
        <pc:picChg chg="add mod">
          <ac:chgData name="Musa Kashif" userId="Y928H/TP5nnBQuJVICJW7fltzF8k+6iW7cTLrbPkU2I=" providerId="None" clId="Web-{C6F2CDD5-D5DD-43B9-947F-FB577FF3C8D4}" dt="2025-11-09T13:14:19.566" v="276" actId="1076"/>
          <ac:picMkLst>
            <pc:docMk/>
            <pc:sldMk cId="3395421959" sldId="268"/>
            <ac:picMk id="3" creationId="{E6723D69-6310-FCED-9D84-E2AF7DE88035}"/>
          </ac:picMkLst>
        </pc:picChg>
        <pc:picChg chg="mod">
          <ac:chgData name="Musa Kashif" userId="Y928H/TP5nnBQuJVICJW7fltzF8k+6iW7cTLrbPkU2I=" providerId="None" clId="Web-{C6F2CDD5-D5DD-43B9-947F-FB577FF3C8D4}" dt="2025-11-09T13:29:21.433" v="381" actId="1076"/>
          <ac:picMkLst>
            <pc:docMk/>
            <pc:sldMk cId="3395421959" sldId="268"/>
            <ac:picMk id="4" creationId="{02C4811E-4913-81DE-B360-BE4A681229B8}"/>
          </ac:picMkLst>
        </pc:picChg>
        <pc:picChg chg="add mod">
          <ac:chgData name="Musa Kashif" userId="Y928H/TP5nnBQuJVICJW7fltzF8k+6iW7cTLrbPkU2I=" providerId="None" clId="Web-{C6F2CDD5-D5DD-43B9-947F-FB577FF3C8D4}" dt="2025-11-09T13:12:57.784" v="260" actId="1076"/>
          <ac:picMkLst>
            <pc:docMk/>
            <pc:sldMk cId="3395421959" sldId="268"/>
            <ac:picMk id="13" creationId="{A5ABE735-0354-1DDC-D3D0-D3357C12FED5}"/>
          </ac:picMkLst>
        </pc:picChg>
        <pc:picChg chg="add mod">
          <ac:chgData name="Musa Kashif" userId="Y928H/TP5nnBQuJVICJW7fltzF8k+6iW7cTLrbPkU2I=" providerId="None" clId="Web-{C6F2CDD5-D5DD-43B9-947F-FB577FF3C8D4}" dt="2025-11-09T13:20:05.477" v="325" actId="14100"/>
          <ac:picMkLst>
            <pc:docMk/>
            <pc:sldMk cId="3395421959" sldId="268"/>
            <ac:picMk id="16" creationId="{9BE111C7-06EB-A961-4A2C-6EEC057F8D4F}"/>
          </ac:picMkLst>
        </pc:picChg>
        <pc:picChg chg="mod">
          <ac:chgData name="Musa Kashif" userId="Y928H/TP5nnBQuJVICJW7fltzF8k+6iW7cTLrbPkU2I=" providerId="None" clId="Web-{C6F2CDD5-D5DD-43B9-947F-FB577FF3C8D4}" dt="2025-11-09T12:59:04.373" v="146" actId="1076"/>
          <ac:picMkLst>
            <pc:docMk/>
            <pc:sldMk cId="3395421959" sldId="268"/>
            <ac:picMk id="25" creationId="{6C69D72F-88FE-87F2-1DE6-2043FB1C0C79}"/>
          </ac:picMkLst>
        </pc:picChg>
        <pc:picChg chg="mod">
          <ac:chgData name="Musa Kashif" userId="Y928H/TP5nnBQuJVICJW7fltzF8k+6iW7cTLrbPkU2I=" providerId="None" clId="Web-{C6F2CDD5-D5DD-43B9-947F-FB577FF3C8D4}" dt="2025-11-09T12:59:05.982" v="147" actId="1076"/>
          <ac:picMkLst>
            <pc:docMk/>
            <pc:sldMk cId="3395421959" sldId="268"/>
            <ac:picMk id="26" creationId="{D425EE4C-BED7-5696-8048-8917DE3227EE}"/>
          </ac:picMkLst>
        </pc:picChg>
        <pc:picChg chg="add mod">
          <ac:chgData name="Musa Kashif" userId="Y928H/TP5nnBQuJVICJW7fltzF8k+6iW7cTLrbPkU2I=" providerId="None" clId="Web-{C6F2CDD5-D5DD-43B9-947F-FB577FF3C8D4}" dt="2025-11-09T13:02:06.139" v="173" actId="1076"/>
          <ac:picMkLst>
            <pc:docMk/>
            <pc:sldMk cId="3395421959" sldId="268"/>
            <ac:picMk id="28" creationId="{11A21E90-FB92-7D81-9C59-FDBDA75E2CA7}"/>
          </ac:picMkLst>
        </pc:picChg>
        <pc:picChg chg="add mod">
          <ac:chgData name="Musa Kashif" userId="Y928H/TP5nnBQuJVICJW7fltzF8k+6iW7cTLrbPkU2I=" providerId="None" clId="Web-{C6F2CDD5-D5DD-43B9-947F-FB577FF3C8D4}" dt="2025-11-09T13:02:06.155" v="174" actId="1076"/>
          <ac:picMkLst>
            <pc:docMk/>
            <pc:sldMk cId="3395421959" sldId="268"/>
            <ac:picMk id="30" creationId="{4987C7A2-A7D8-9CB5-BA46-AA749E9A339B}"/>
          </ac:picMkLst>
        </pc:picChg>
        <pc:picChg chg="add mod">
          <ac:chgData name="Musa Kashif" userId="Y928H/TP5nnBQuJVICJW7fltzF8k+6iW7cTLrbPkU2I=" providerId="None" clId="Web-{C6F2CDD5-D5DD-43B9-947F-FB577FF3C8D4}" dt="2025-11-09T13:02:06.171" v="176" actId="1076"/>
          <ac:picMkLst>
            <pc:docMk/>
            <pc:sldMk cId="3395421959" sldId="268"/>
            <ac:picMk id="34" creationId="{2CBEE321-25F3-BB08-ACEF-B05CB661D49B}"/>
          </ac:picMkLst>
        </pc:picChg>
        <pc:picChg chg="add mod">
          <ac:chgData name="Musa Kashif" userId="Y928H/TP5nnBQuJVICJW7fltzF8k+6iW7cTLrbPkU2I=" providerId="None" clId="Web-{C6F2CDD5-D5DD-43B9-947F-FB577FF3C8D4}" dt="2025-11-09T13:02:06.202" v="180" actId="1076"/>
          <ac:picMkLst>
            <pc:docMk/>
            <pc:sldMk cId="3395421959" sldId="268"/>
            <ac:picMk id="42" creationId="{8CF3BE2B-4F7F-7425-3881-990F7B0F6E14}"/>
          </ac:picMkLst>
        </pc:picChg>
        <pc:picChg chg="add mod">
          <ac:chgData name="Musa Kashif" userId="Y928H/TP5nnBQuJVICJW7fltzF8k+6iW7cTLrbPkU2I=" providerId="None" clId="Web-{C6F2CDD5-D5DD-43B9-947F-FB577FF3C8D4}" dt="2025-11-09T13:16:05.738" v="300" actId="1076"/>
          <ac:picMkLst>
            <pc:docMk/>
            <pc:sldMk cId="3395421959" sldId="268"/>
            <ac:picMk id="53" creationId="{59C7DCFB-827F-B570-279D-52D9F2F6A6CF}"/>
          </ac:picMkLst>
        </pc:picChg>
        <pc:cxnChg chg="mod">
          <ac:chgData name="Musa Kashif" userId="Y928H/TP5nnBQuJVICJW7fltzF8k+6iW7cTLrbPkU2I=" providerId="None" clId="Web-{C6F2CDD5-D5DD-43B9-947F-FB577FF3C8D4}" dt="2025-11-09T13:26:14.745" v="356" actId="1076"/>
          <ac:cxnSpMkLst>
            <pc:docMk/>
            <pc:sldMk cId="3395421959" sldId="268"/>
            <ac:cxnSpMk id="24" creationId="{9BECB534-FAE9-3F7F-349A-D43BEBEE9778}"/>
          </ac:cxnSpMkLst>
        </pc:cxnChg>
        <pc:cxnChg chg="add mod">
          <ac:chgData name="Musa Kashif" userId="Y928H/TP5nnBQuJVICJW7fltzF8k+6iW7cTLrbPkU2I=" providerId="None" clId="Web-{C6F2CDD5-D5DD-43B9-947F-FB577FF3C8D4}" dt="2025-11-09T13:02:06.171" v="177" actId="1076"/>
          <ac:cxnSpMkLst>
            <pc:docMk/>
            <pc:sldMk cId="3395421959" sldId="268"/>
            <ac:cxnSpMk id="36" creationId="{78947A4A-20B6-17F4-09E8-CE4A0D0A8CD8}"/>
          </ac:cxnSpMkLst>
        </pc:cxnChg>
        <pc:cxnChg chg="add mod">
          <ac:chgData name="Musa Kashif" userId="Y928H/TP5nnBQuJVICJW7fltzF8k+6iW7cTLrbPkU2I=" providerId="None" clId="Web-{C6F2CDD5-D5DD-43B9-947F-FB577FF3C8D4}" dt="2025-11-09T13:02:06.186" v="179" actId="1076"/>
          <ac:cxnSpMkLst>
            <pc:docMk/>
            <pc:sldMk cId="3395421959" sldId="268"/>
            <ac:cxnSpMk id="40" creationId="{F33E0E63-A485-E343-3DFF-BC45326C7B95}"/>
          </ac:cxnSpMkLst>
        </pc:cxnChg>
        <pc:cxnChg chg="add mod">
          <ac:chgData name="Musa Kashif" userId="Y928H/TP5nnBQuJVICJW7fltzF8k+6iW7cTLrbPkU2I=" providerId="None" clId="Web-{C6F2CDD5-D5DD-43B9-947F-FB577FF3C8D4}" dt="2025-11-09T13:23:36.978" v="328"/>
          <ac:cxnSpMkLst>
            <pc:docMk/>
            <pc:sldMk cId="3395421959" sldId="268"/>
            <ac:cxnSpMk id="52" creationId="{E0C78411-825E-B57A-544B-1C365EC218BD}"/>
          </ac:cxnSpMkLst>
        </pc:cxnChg>
        <pc:cxnChg chg="add mod">
          <ac:chgData name="Musa Kashif" userId="Y928H/TP5nnBQuJVICJW7fltzF8k+6iW7cTLrbPkU2I=" providerId="None" clId="Web-{C6F2CDD5-D5DD-43B9-947F-FB577FF3C8D4}" dt="2025-11-09T13:28:24.870" v="376" actId="14100"/>
          <ac:cxnSpMkLst>
            <pc:docMk/>
            <pc:sldMk cId="3395421959" sldId="268"/>
            <ac:cxnSpMk id="59" creationId="{332AB43B-CA90-9540-265C-A10D3996C1EE}"/>
          </ac:cxnSpMkLst>
        </pc:cxnChg>
        <pc:cxnChg chg="add mod">
          <ac:chgData name="Musa Kashif" userId="Y928H/TP5nnBQuJVICJW7fltzF8k+6iW7cTLrbPkU2I=" providerId="None" clId="Web-{C6F2CDD5-D5DD-43B9-947F-FB577FF3C8D4}" dt="2025-11-09T13:27:00.511" v="368" actId="14100"/>
          <ac:cxnSpMkLst>
            <pc:docMk/>
            <pc:sldMk cId="3395421959" sldId="268"/>
            <ac:cxnSpMk id="65" creationId="{61FF83F9-FF86-60EC-AD4F-B76F201350AE}"/>
          </ac:cxnSpMkLst>
        </pc:cxnChg>
        <pc:cxnChg chg="add mod">
          <ac:chgData name="Musa Kashif" userId="Y928H/TP5nnBQuJVICJW7fltzF8k+6iW7cTLrbPkU2I=" providerId="None" clId="Web-{C6F2CDD5-D5DD-43B9-947F-FB577FF3C8D4}" dt="2025-11-09T13:25:51.354" v="338" actId="14100"/>
          <ac:cxnSpMkLst>
            <pc:docMk/>
            <pc:sldMk cId="3395421959" sldId="268"/>
            <ac:cxnSpMk id="66" creationId="{57A9DC97-3753-62A4-3D8A-66E4D97E833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46B74-0B01-4FD6-99B7-4643A0C4487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468F8-466F-40E3-B18A-E03CFCEE2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9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468F8-466F-40E3-B18A-E03CFCEE2C8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09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81CA-09D3-412F-A81E-FC1582AAF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F8C68-4579-4544-9FFB-DA004600C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08EBA-432D-4756-9BC3-CEDE8CCB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4D352-8926-448E-B53E-2B1AEF80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F820D-5946-4DE9-A86C-752DD8F1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68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7DDE-EE1E-422D-BE0F-159D82C4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BC591-3653-4A26-8D76-C0D792195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6A87-6BF2-40FD-AD8D-907EE9A6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402A3-1A36-4942-89B5-E273D2B5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1A2E3-40F1-4AC7-8F7B-62A3B4D4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3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E208-3DC0-443B-887B-301DDFE9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CFC6-DEDB-4816-B2CD-D3E6B867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70867-AA75-47E2-AE31-B092671D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2D7FE-83AB-40A5-A39D-FB96A539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6A521-12E4-4902-94AA-E5C11546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00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BA10-A01C-4D5A-9B65-BB7EB608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BF2CA-6F18-4DDE-8145-007F34932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CC05E-0FEE-40C9-8034-9555D0BC6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7F1C-0C62-49A0-B1E7-17C9DEB7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EDFEB-DABE-4A4B-BC92-0522E4B80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9E833-91EA-4D3A-8060-81DF9C7F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22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BD37-ABD6-423E-B0B8-7E318334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AF7DB-ACE0-4228-BBAC-28D56EB2E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69F83-1ABC-4631-8399-ACA770C54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239C2-18A9-4D0E-9ED9-CF7814D67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DC712-7A37-45F4-9247-05A15BFA9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AB9D3-8B43-488C-B1CC-FEBC1B81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0D7805-7FC5-43BD-8F06-E016BB00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984A6-41FE-4172-8E43-A688B833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97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3F75-C1A5-4B85-8805-CFD6A5AD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1A3D5-4B8A-49C8-90A1-10C6F8C7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EF062-11A1-41F8-B8D0-8F7559C32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4515A-61E9-42D3-8D47-7D66D449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13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E2BAB-3D61-4116-AF53-74C166522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8E87C-1FD8-4880-ABDE-17A9696B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E4F0C-0211-4CBA-9B1F-10C1F407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48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8951-68A2-46B4-AEBE-CC650B23B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799A8-B82E-4FD4-A4E8-BE47940DE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673AE-E3FD-4F8D-9C76-44847ED9F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70D4-4B6D-4F18-BB67-937FE441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69B00-78B7-418E-ACFE-2BACC403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76AF4-7202-4A9C-BFBC-C0410B70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16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34C2-1E47-4A08-8800-F5BF078E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29336-6803-44DD-B7DD-AAF28BBAA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B9AEF-2E67-466F-9AAF-BA54DAD46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E2563-1F42-4332-B9EE-B9208FBD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A3D3E-03C4-41B7-B15E-787E6E08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9CA93-27CE-42E8-B86A-6B4A4479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62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BF314-EA9A-4AB5-9CC6-6384F55B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EA78D-9EBE-4296-9C93-36F4DFC03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0714F-2FEB-474B-AEE2-3A53BA59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B0831-0051-4AB3-BDAA-09819B27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9F2C6-C3AF-4040-8157-C029E251A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54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638A6-A688-4340-9630-4DD0BD555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77E8C-60E8-4D3C-8E1E-AF018AFC6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B6116-910F-4DC6-BADA-B0CDFD6D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9BE71-B688-498B-9DA6-80454C28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28188-31DA-4EF4-A78F-6E44F248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6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EC275-C8B3-43EC-AC9B-D8B01008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6FC9D-6285-4CD3-AFDC-B731C20E7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16772-7791-4FFF-95FB-27E939A1E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343E7-5984-4478-A8B7-C32F529A12F0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24F33-1C68-4EBF-AC57-5A0185841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68F0D-C277-419E-8EBC-339991847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5446F-2FCB-47B7-BCDA-A31C7B8DB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7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microsoft.com/office/2007/relationships/hdphoto" Target="../media/hdphoto3.wdp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jpe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jpeg"/><Relationship Id="rId12" Type="http://schemas.openxmlformats.org/officeDocument/2006/relationships/image" Target="../media/image27.png"/><Relationship Id="rId17" Type="http://schemas.openxmlformats.org/officeDocument/2006/relationships/image" Target="../media/image32.jpeg"/><Relationship Id="rId25" Type="http://schemas.openxmlformats.org/officeDocument/2006/relationships/image" Target="../media/image40.jpe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jpe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jpe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5.png"/><Relationship Id="rId1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43.png"/><Relationship Id="rId12" Type="http://schemas.openxmlformats.org/officeDocument/2006/relationships/image" Target="../media/image44.png"/><Relationship Id="rId17" Type="http://schemas.openxmlformats.org/officeDocument/2006/relationships/image" Target="../media/image49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jpeg"/><Relationship Id="rId11" Type="http://schemas.openxmlformats.org/officeDocument/2006/relationships/image" Target="../media/image26.png"/><Relationship Id="rId5" Type="http://schemas.openxmlformats.org/officeDocument/2006/relationships/image" Target="../media/image42.png"/><Relationship Id="rId15" Type="http://schemas.openxmlformats.org/officeDocument/2006/relationships/image" Target="../media/image47.jpeg"/><Relationship Id="rId10" Type="http://schemas.openxmlformats.org/officeDocument/2006/relationships/image" Target="../media/image25.png"/><Relationship Id="rId4" Type="http://schemas.openxmlformats.org/officeDocument/2006/relationships/image" Target="../media/image41.png"/><Relationship Id="rId9" Type="http://schemas.openxmlformats.org/officeDocument/2006/relationships/image" Target="../media/image23.png"/><Relationship Id="rId1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1416051"/>
            <a:ext cx="10972800" cy="1143000"/>
          </a:xfrm>
        </p:spPr>
        <p:txBody>
          <a:bodyPr>
            <a:normAutofit/>
          </a:bodyPr>
          <a:lstStyle/>
          <a:p>
            <a:r>
              <a:rPr b="1" err="1"/>
              <a:t>EmpowerHealth</a:t>
            </a:r>
            <a:r>
              <a:rPr b="1"/>
              <a:t> – Patient‑Centric Smart EMR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352800"/>
            <a:ext cx="10972800" cy="2773364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		</a:t>
            </a:r>
            <a:r>
              <a:t>A futuristic </a:t>
            </a:r>
            <a:r>
              <a:rPr lang="en-US"/>
              <a:t>democratized EMR </a:t>
            </a:r>
            <a:r>
              <a:t>integrating AI, diagnostics, prescriptions, and lifestyle tracking into one patient‑centric EMR.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>
                <a:solidFill>
                  <a:srgbClr val="FF0000"/>
                </a:solidFill>
              </a:rPr>
              <a:t>Health data scattered across labs, pharmacies, and clinics</a:t>
            </a:r>
          </a:p>
          <a:p>
            <a:r>
              <a:rPr dirty="0">
                <a:solidFill>
                  <a:srgbClr val="FF0000"/>
                </a:solidFill>
              </a:rPr>
              <a:t>Patients lack control over their records</a:t>
            </a:r>
          </a:p>
          <a:p>
            <a:r>
              <a:rPr dirty="0">
                <a:solidFill>
                  <a:srgbClr val="FF0000"/>
                </a:solidFill>
              </a:rPr>
              <a:t>Doctors </a:t>
            </a:r>
            <a:r>
              <a:rPr lang="en-US" dirty="0">
                <a:solidFill>
                  <a:srgbClr val="FF0000"/>
                </a:solidFill>
              </a:rPr>
              <a:t>spend</a:t>
            </a:r>
            <a:r>
              <a:rPr dirty="0">
                <a:solidFill>
                  <a:srgbClr val="FF0000"/>
                </a:solidFill>
              </a:rPr>
              <a:t> time </a:t>
            </a:r>
            <a:r>
              <a:rPr lang="en-US" dirty="0">
                <a:solidFill>
                  <a:srgbClr val="FF0000"/>
                </a:solidFill>
              </a:rPr>
              <a:t>or cannot </a:t>
            </a:r>
            <a:r>
              <a:rPr dirty="0">
                <a:solidFill>
                  <a:srgbClr val="FF0000"/>
                </a:solidFill>
              </a:rPr>
              <a:t>gather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fragmented data</a:t>
            </a:r>
          </a:p>
          <a:p>
            <a:r>
              <a:rPr dirty="0">
                <a:solidFill>
                  <a:srgbClr val="FF0000"/>
                </a:solidFill>
              </a:rPr>
              <a:t>No</a:t>
            </a:r>
            <a:r>
              <a:rPr lang="en-US" dirty="0">
                <a:solidFill>
                  <a:srgbClr val="FF0000"/>
                </a:solidFill>
              </a:rPr>
              <a:t> possibility for</a:t>
            </a:r>
            <a:r>
              <a:rPr dirty="0">
                <a:solidFill>
                  <a:srgbClr val="FF0000"/>
                </a:solidFill>
              </a:rPr>
              <a:t> AI-driven insights for preventive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• Unified mobile platform for all health data</a:t>
            </a:r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• Integrates labs, pharmacies, and doctors through APIs</a:t>
            </a:r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• AI-powered health risk prediction</a:t>
            </a:r>
          </a:p>
          <a:p>
            <a:pPr marL="0" indent="0">
              <a:buNone/>
            </a:pPr>
            <a:r>
              <a:rPr dirty="0">
                <a:solidFill>
                  <a:srgbClr val="FF0000"/>
                </a:solidFill>
              </a:rPr>
              <a:t>• FHIR compliant and secure access for doctors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Mobile App: User uploads meals, activities, and views profile</a:t>
            </a:r>
          </a:p>
          <a:p>
            <a:pPr marL="0" indent="0">
              <a:buNone/>
            </a:pPr>
            <a:r>
              <a:t>2. API Layer: Connects external sources securely</a:t>
            </a:r>
          </a:p>
          <a:p>
            <a:pPr marL="0" indent="0">
              <a:buNone/>
            </a:pPr>
            <a:r>
              <a:t>3. Cloud Database: Stores FHIR‑based records</a:t>
            </a:r>
          </a:p>
          <a:p>
            <a:pPr marL="0" indent="0">
              <a:buNone/>
            </a:pPr>
            <a:r>
              <a:t>4. AI Engine: Predicts health risks and insights</a:t>
            </a:r>
          </a:p>
          <a:p>
            <a:pPr marL="0" indent="0">
              <a:buNone/>
            </a:pPr>
            <a:r>
              <a:t>5. Doctor Portal: Access via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Diagnostic labs upload reports → EMR</a:t>
            </a:r>
          </a:p>
          <a:p>
            <a:pPr marL="0" indent="0">
              <a:buNone/>
            </a:pPr>
            <a:r>
              <a:t>• Pharmacies share medicine data</a:t>
            </a:r>
          </a:p>
          <a:p>
            <a:pPr marL="0" indent="0">
              <a:buNone/>
            </a:pPr>
            <a:r>
              <a:t>• Doctors provide prescriptions</a:t>
            </a:r>
          </a:p>
          <a:p>
            <a:pPr marL="0" indent="0">
              <a:buNone/>
            </a:pPr>
            <a:r>
              <a:t>• Lifestyle uploads complete the profile</a:t>
            </a:r>
          </a:p>
          <a:p>
            <a:pPr marL="0" indent="0">
              <a:buNone/>
            </a:pPr>
            <a:r>
              <a:t>• All data exchanged via FHIR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Risk Prediction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AI analyses lab results, medicines, lifestyle</a:t>
            </a:r>
          </a:p>
          <a:p>
            <a:pPr marL="0" indent="0">
              <a:buNone/>
            </a:pPr>
            <a:r>
              <a:t>• Predicts potential risks (e.g., diabetes, hypertension)</a:t>
            </a:r>
          </a:p>
          <a:p>
            <a:pPr marL="0" indent="0">
              <a:buNone/>
            </a:pPr>
            <a:r>
              <a:t>• Provides personalized health recommendations</a:t>
            </a:r>
          </a:p>
          <a:p>
            <a:pPr marL="0" indent="0">
              <a:buNone/>
            </a:pPr>
            <a:r>
              <a:t>• Early alerts for users and doctors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 &amp; Doctor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Users:</a:t>
            </a:r>
          </a:p>
          <a:p>
            <a:pPr marL="0" indent="0">
              <a:buNone/>
            </a:pPr>
            <a:r>
              <a:t>• Centralized dashboard</a:t>
            </a:r>
          </a:p>
          <a:p>
            <a:pPr marL="0" indent="0">
              <a:buNone/>
            </a:pPr>
            <a:r>
              <a:t>• Track meals, activity, and reports</a:t>
            </a:r>
          </a:p>
          <a:p>
            <a:endParaRPr/>
          </a:p>
          <a:p>
            <a:pPr marL="0" indent="0">
              <a:buNone/>
            </a:pPr>
            <a:r>
              <a:t>Doctors:</a:t>
            </a:r>
            <a:endParaRPr lang="en-US"/>
          </a:p>
          <a:p>
            <a:pPr marL="0" indent="0">
              <a:buNone/>
            </a:pPr>
            <a:r>
              <a:t>• View full patient history</a:t>
            </a:r>
          </a:p>
          <a:p>
            <a:pPr marL="0" indent="0">
              <a:buNone/>
            </a:pPr>
            <a:r>
              <a:t>• Receive AI‑based alerts</a:t>
            </a:r>
          </a:p>
          <a:p>
            <a:pPr marL="0" indent="0">
              <a:buNone/>
            </a:pPr>
            <a:r>
              <a:t>• Gain real‑time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End‑to‑end encryption</a:t>
            </a:r>
          </a:p>
          <a:p>
            <a:pPr marL="0" indent="0">
              <a:buNone/>
            </a:pPr>
            <a:r>
              <a:t>• Patient consent for data sharing</a:t>
            </a:r>
          </a:p>
          <a:p>
            <a:pPr marL="0" indent="0">
              <a:buNone/>
            </a:pPr>
            <a:r>
              <a:t>• Role‑based authentication</a:t>
            </a:r>
          </a:p>
          <a:p>
            <a:pPr marL="0" indent="0">
              <a:buNone/>
            </a:pPr>
            <a:r>
              <a:t>• FHIR ensures interoperability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Model &amp; Roll‑Out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Phase 1: M</a:t>
            </a:r>
            <a:r>
              <a:rPr lang="en-US"/>
              <a:t>inimum viable product</a:t>
            </a:r>
            <a:r>
              <a:t> for individual users</a:t>
            </a:r>
          </a:p>
          <a:p>
            <a:pPr marL="0" indent="0">
              <a:buNone/>
            </a:pPr>
            <a:r>
              <a:t>• Phase 2: Partner with labs and clinics</a:t>
            </a:r>
          </a:p>
          <a:p>
            <a:pPr marL="0" indent="0">
              <a:buNone/>
            </a:pPr>
            <a:r>
              <a:t>• Phase 3: Integrate with insurance/wearables</a:t>
            </a:r>
          </a:p>
          <a:p>
            <a:pPr marL="0" indent="0">
              <a:buNone/>
            </a:pPr>
            <a:r>
              <a:t>• Monetization: </a:t>
            </a:r>
            <a:r>
              <a:rPr lang="en-US"/>
              <a:t>S</a:t>
            </a:r>
            <a:r>
              <a:t>ubscriptions &amp; B2B licensing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E0DFB5B2-9818-F9FE-A08C-1B7502119F77}"/>
              </a:ext>
            </a:extLst>
          </p:cNvPr>
          <p:cNvSpPr/>
          <p:nvPr/>
        </p:nvSpPr>
        <p:spPr>
          <a:xfrm>
            <a:off x="1004047" y="293839"/>
            <a:ext cx="10049910" cy="627535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212ED6F-421A-DEAD-564D-0D741AD85E05}"/>
              </a:ext>
            </a:extLst>
          </p:cNvPr>
          <p:cNvSpPr/>
          <p:nvPr/>
        </p:nvSpPr>
        <p:spPr>
          <a:xfrm>
            <a:off x="2647571" y="1880669"/>
            <a:ext cx="5781330" cy="35264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FB14D402-0E49-DC82-3A08-ADE7C4977A2C}"/>
              </a:ext>
            </a:extLst>
          </p:cNvPr>
          <p:cNvSpPr/>
          <p:nvPr/>
        </p:nvSpPr>
        <p:spPr>
          <a:xfrm>
            <a:off x="4380385" y="2861103"/>
            <a:ext cx="2480972" cy="15123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sysDash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HL7 FHIR Adapter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7590255-CB5E-282A-65CE-33EA2E4B3F2F}"/>
              </a:ext>
            </a:extLst>
          </p:cNvPr>
          <p:cNvSpPr/>
          <p:nvPr/>
        </p:nvSpPr>
        <p:spPr>
          <a:xfrm>
            <a:off x="4487439" y="3182210"/>
            <a:ext cx="2266865" cy="977675"/>
          </a:xfrm>
          <a:prstGeom prst="ellips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EE9482-AA07-7884-FB96-A2BCA0101F4C}"/>
              </a:ext>
            </a:extLst>
          </p:cNvPr>
          <p:cNvSpPr txBox="1"/>
          <p:nvPr/>
        </p:nvSpPr>
        <p:spPr>
          <a:xfrm>
            <a:off x="8717661" y="3217979"/>
            <a:ext cx="1738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Medical Education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9A9ADCF-C11F-4A1A-BE90-3A624DF38043}"/>
              </a:ext>
            </a:extLst>
          </p:cNvPr>
          <p:cNvSpPr/>
          <p:nvPr/>
        </p:nvSpPr>
        <p:spPr>
          <a:xfrm>
            <a:off x="8738225" y="3209173"/>
            <a:ext cx="1728216" cy="80678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1C986148-FE76-B3CC-B40E-63CDAAF32FDA}"/>
              </a:ext>
            </a:extLst>
          </p:cNvPr>
          <p:cNvSpPr/>
          <p:nvPr/>
        </p:nvSpPr>
        <p:spPr>
          <a:xfrm>
            <a:off x="8730040" y="2178731"/>
            <a:ext cx="1729952" cy="8686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E9D63B6-FD8B-459C-91B2-97F923624D71}"/>
              </a:ext>
            </a:extLst>
          </p:cNvPr>
          <p:cNvSpPr txBox="1"/>
          <p:nvPr/>
        </p:nvSpPr>
        <p:spPr>
          <a:xfrm>
            <a:off x="8717661" y="2173523"/>
            <a:ext cx="1748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9.Public Health Research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368A198-385B-4979-AED7-7DCD5240068F}"/>
              </a:ext>
            </a:extLst>
          </p:cNvPr>
          <p:cNvSpPr/>
          <p:nvPr/>
        </p:nvSpPr>
        <p:spPr>
          <a:xfrm>
            <a:off x="8728280" y="4131407"/>
            <a:ext cx="1520064" cy="86868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BE24E5-D3D6-9143-7867-01F1E3F66A92}"/>
              </a:ext>
            </a:extLst>
          </p:cNvPr>
          <p:cNvSpPr txBox="1"/>
          <p:nvPr/>
        </p:nvSpPr>
        <p:spPr>
          <a:xfrm>
            <a:off x="8738225" y="4140140"/>
            <a:ext cx="1510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Pharmaceuticals</a:t>
            </a:r>
          </a:p>
        </p:txBody>
      </p: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3470E00A-11CB-4CBF-B7BB-DA22954EC12A}"/>
              </a:ext>
            </a:extLst>
          </p:cNvPr>
          <p:cNvGrpSpPr/>
          <p:nvPr/>
        </p:nvGrpSpPr>
        <p:grpSpPr>
          <a:xfrm>
            <a:off x="8919344" y="2424607"/>
            <a:ext cx="1496873" cy="664569"/>
            <a:chOff x="9191071" y="2244390"/>
            <a:chExt cx="1496873" cy="664569"/>
          </a:xfrm>
        </p:grpSpPr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EF5B3F76-BF86-4C4E-35E7-647E4B3E962D}"/>
                </a:ext>
              </a:extLst>
            </p:cNvPr>
            <p:cNvSpPr txBox="1"/>
            <p:nvPr/>
          </p:nvSpPr>
          <p:spPr>
            <a:xfrm>
              <a:off x="9191071" y="2629912"/>
              <a:ext cx="5261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WHO</a:t>
              </a:r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A85249F3-E9F9-B65B-C69E-ACC69AE7357B}"/>
                </a:ext>
              </a:extLst>
            </p:cNvPr>
            <p:cNvSpPr txBox="1"/>
            <p:nvPr/>
          </p:nvSpPr>
          <p:spPr>
            <a:xfrm>
              <a:off x="9929400" y="2631960"/>
              <a:ext cx="6559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UNICEF</a:t>
              </a:r>
            </a:p>
          </p:txBody>
        </p:sp>
        <p:pic>
          <p:nvPicPr>
            <p:cNvPr id="72" name="Picture 6" descr="Logo">
              <a:extLst>
                <a:ext uri="{FF2B5EF4-FFF2-40B4-BE49-F238E27FC236}">
                  <a16:creationId xmlns:a16="http://schemas.microsoft.com/office/drawing/2014/main" id="{6E016F9D-DEA2-4D50-AB57-A1623EB69B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8321" y="2244390"/>
              <a:ext cx="552819" cy="427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8" descr="UNICEF Logo, symbol, meaning, history, PNG, brand">
              <a:extLst>
                <a:ext uri="{FF2B5EF4-FFF2-40B4-BE49-F238E27FC236}">
                  <a16:creationId xmlns:a16="http://schemas.microsoft.com/office/drawing/2014/main" id="{92FA0C0D-BCED-4717-B968-4B84507C8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0863" y="2281784"/>
              <a:ext cx="857081" cy="422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5B74A398-E73B-4951-858D-668AA74AA964}"/>
              </a:ext>
            </a:extLst>
          </p:cNvPr>
          <p:cNvCxnSpPr>
            <a:cxnSpLocks/>
            <a:stCxn id="35" idx="3"/>
            <a:endCxn id="144" idx="1"/>
          </p:cNvCxnSpPr>
          <p:nvPr/>
        </p:nvCxnSpPr>
        <p:spPr>
          <a:xfrm flipV="1">
            <a:off x="2327291" y="3911647"/>
            <a:ext cx="490115" cy="2856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946D1FD-7C65-4D9B-A29A-9E2DA5733422}"/>
              </a:ext>
            </a:extLst>
          </p:cNvPr>
          <p:cNvCxnSpPr>
            <a:cxnSpLocks/>
            <a:stCxn id="144" idx="3"/>
            <a:endCxn id="1055" idx="1"/>
          </p:cNvCxnSpPr>
          <p:nvPr/>
        </p:nvCxnSpPr>
        <p:spPr>
          <a:xfrm flipV="1">
            <a:off x="3590016" y="3617258"/>
            <a:ext cx="790369" cy="294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BFFD3CD9-F6E3-4D38-B911-E105D391558C}"/>
              </a:ext>
            </a:extLst>
          </p:cNvPr>
          <p:cNvCxnSpPr>
            <a:cxnSpLocks/>
            <a:stCxn id="163" idx="0"/>
            <a:endCxn id="173" idx="2"/>
          </p:cNvCxnSpPr>
          <p:nvPr/>
        </p:nvCxnSpPr>
        <p:spPr>
          <a:xfrm rot="5400000" flipH="1" flipV="1">
            <a:off x="4622685" y="5251940"/>
            <a:ext cx="334960" cy="2889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1F250C96-9ECB-4E3E-B710-82D252750BFE}"/>
              </a:ext>
            </a:extLst>
          </p:cNvPr>
          <p:cNvCxnSpPr>
            <a:cxnSpLocks/>
            <a:stCxn id="173" idx="0"/>
            <a:endCxn id="1055" idx="2"/>
          </p:cNvCxnSpPr>
          <p:nvPr/>
        </p:nvCxnSpPr>
        <p:spPr>
          <a:xfrm flipV="1">
            <a:off x="4934616" y="4373412"/>
            <a:ext cx="686255" cy="281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99" name="Straight Arrow Connector 1098">
            <a:extLst>
              <a:ext uri="{FF2B5EF4-FFF2-40B4-BE49-F238E27FC236}">
                <a16:creationId xmlns:a16="http://schemas.microsoft.com/office/drawing/2014/main" id="{09475F72-E4C7-450D-9FF2-D8C09FC9EB38}"/>
              </a:ext>
            </a:extLst>
          </p:cNvPr>
          <p:cNvCxnSpPr>
            <a:cxnSpLocks/>
            <a:stCxn id="41" idx="0"/>
            <a:endCxn id="276" idx="2"/>
          </p:cNvCxnSpPr>
          <p:nvPr/>
        </p:nvCxnSpPr>
        <p:spPr>
          <a:xfrm rot="5400000" flipH="1" flipV="1">
            <a:off x="3203571" y="4930030"/>
            <a:ext cx="646667" cy="644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01" name="Connector: Elbow 1100">
            <a:extLst>
              <a:ext uri="{FF2B5EF4-FFF2-40B4-BE49-F238E27FC236}">
                <a16:creationId xmlns:a16="http://schemas.microsoft.com/office/drawing/2014/main" id="{54995FDD-C513-404E-A1B3-5BB3A6E10515}"/>
              </a:ext>
            </a:extLst>
          </p:cNvPr>
          <p:cNvCxnSpPr>
            <a:cxnSpLocks/>
            <a:stCxn id="143" idx="0"/>
            <a:endCxn id="1055" idx="1"/>
          </p:cNvCxnSpPr>
          <p:nvPr/>
        </p:nvCxnSpPr>
        <p:spPr>
          <a:xfrm flipV="1">
            <a:off x="3851265" y="3617258"/>
            <a:ext cx="529120" cy="1027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03" name="Straight Arrow Connector 1102">
            <a:extLst>
              <a:ext uri="{FF2B5EF4-FFF2-40B4-BE49-F238E27FC236}">
                <a16:creationId xmlns:a16="http://schemas.microsoft.com/office/drawing/2014/main" id="{911826AA-5E96-4F68-AFF9-C988FBE2B567}"/>
              </a:ext>
            </a:extLst>
          </p:cNvPr>
          <p:cNvCxnSpPr>
            <a:cxnSpLocks/>
            <a:stCxn id="30" idx="0"/>
            <a:endCxn id="393" idx="2"/>
          </p:cNvCxnSpPr>
          <p:nvPr/>
        </p:nvCxnSpPr>
        <p:spPr>
          <a:xfrm rot="16200000" flipV="1">
            <a:off x="5800395" y="5132326"/>
            <a:ext cx="646667" cy="239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FD1780D7-87C5-40D6-ADD1-A23706C62CEA}"/>
              </a:ext>
            </a:extLst>
          </p:cNvPr>
          <p:cNvCxnSpPr>
            <a:cxnSpLocks/>
            <a:stCxn id="24" idx="0"/>
            <a:endCxn id="51" idx="2"/>
          </p:cNvCxnSpPr>
          <p:nvPr/>
        </p:nvCxnSpPr>
        <p:spPr>
          <a:xfrm rot="16200000" flipV="1">
            <a:off x="7459101" y="4685991"/>
            <a:ext cx="671747" cy="11003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Connector: Elbow 1175">
            <a:extLst>
              <a:ext uri="{FF2B5EF4-FFF2-40B4-BE49-F238E27FC236}">
                <a16:creationId xmlns:a16="http://schemas.microsoft.com/office/drawing/2014/main" id="{B6CB360E-E9F3-4AAB-9DA5-8542F8E97613}"/>
              </a:ext>
            </a:extLst>
          </p:cNvPr>
          <p:cNvCxnSpPr>
            <a:cxnSpLocks/>
            <a:endCxn id="342" idx="0"/>
          </p:cNvCxnSpPr>
          <p:nvPr/>
        </p:nvCxnSpPr>
        <p:spPr>
          <a:xfrm>
            <a:off x="3681364" y="1630456"/>
            <a:ext cx="0" cy="585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83" name="Connector: Elbow 1182">
            <a:extLst>
              <a:ext uri="{FF2B5EF4-FFF2-40B4-BE49-F238E27FC236}">
                <a16:creationId xmlns:a16="http://schemas.microsoft.com/office/drawing/2014/main" id="{46FF8518-5F1B-4DD5-A7E1-14062674D01F}"/>
              </a:ext>
            </a:extLst>
          </p:cNvPr>
          <p:cNvCxnSpPr>
            <a:cxnSpLocks/>
            <a:stCxn id="58" idx="2"/>
            <a:endCxn id="388" idx="0"/>
          </p:cNvCxnSpPr>
          <p:nvPr/>
        </p:nvCxnSpPr>
        <p:spPr>
          <a:xfrm>
            <a:off x="5397094" y="1638126"/>
            <a:ext cx="811" cy="582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85" name="Connector: Elbow 1184">
            <a:extLst>
              <a:ext uri="{FF2B5EF4-FFF2-40B4-BE49-F238E27FC236}">
                <a16:creationId xmlns:a16="http://schemas.microsoft.com/office/drawing/2014/main" id="{E0D405E9-B063-4938-B7B7-FD0AAC8BD70B}"/>
              </a:ext>
            </a:extLst>
          </p:cNvPr>
          <p:cNvCxnSpPr>
            <a:cxnSpLocks/>
            <a:stCxn id="388" idx="2"/>
            <a:endCxn id="1055" idx="0"/>
          </p:cNvCxnSpPr>
          <p:nvPr/>
        </p:nvCxnSpPr>
        <p:spPr>
          <a:xfrm>
            <a:off x="5397905" y="2526855"/>
            <a:ext cx="222966" cy="334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92" name="Straight Arrow Connector 1191">
            <a:extLst>
              <a:ext uri="{FF2B5EF4-FFF2-40B4-BE49-F238E27FC236}">
                <a16:creationId xmlns:a16="http://schemas.microsoft.com/office/drawing/2014/main" id="{E2BAE765-3F3E-4340-BEB3-382CD6C2B3E7}"/>
              </a:ext>
            </a:extLst>
          </p:cNvPr>
          <p:cNvCxnSpPr>
            <a:cxnSpLocks/>
            <a:stCxn id="1027" idx="0"/>
            <a:endCxn id="63" idx="2"/>
          </p:cNvCxnSpPr>
          <p:nvPr/>
        </p:nvCxnSpPr>
        <p:spPr>
          <a:xfrm flipV="1">
            <a:off x="7662455" y="1635063"/>
            <a:ext cx="4385" cy="754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: Elbow 1222">
            <a:extLst>
              <a:ext uri="{FF2B5EF4-FFF2-40B4-BE49-F238E27FC236}">
                <a16:creationId xmlns:a16="http://schemas.microsoft.com/office/drawing/2014/main" id="{1FA765DB-9966-441C-9E37-F7E9B7CE47F1}"/>
              </a:ext>
            </a:extLst>
          </p:cNvPr>
          <p:cNvCxnSpPr>
            <a:cxnSpLocks/>
            <a:stCxn id="63" idx="3"/>
            <a:endCxn id="247" idx="1"/>
          </p:cNvCxnSpPr>
          <p:nvPr/>
        </p:nvCxnSpPr>
        <p:spPr>
          <a:xfrm flipV="1">
            <a:off x="8993709" y="1152112"/>
            <a:ext cx="148376" cy="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4" name="Straight Arrow Connector 1253">
            <a:extLst>
              <a:ext uri="{FF2B5EF4-FFF2-40B4-BE49-F238E27FC236}">
                <a16:creationId xmlns:a16="http://schemas.microsoft.com/office/drawing/2014/main" id="{4297CDCF-C5DE-424D-B2F6-67BA5759B165}"/>
              </a:ext>
            </a:extLst>
          </p:cNvPr>
          <p:cNvCxnSpPr>
            <a:cxnSpLocks/>
            <a:stCxn id="420" idx="0"/>
            <a:endCxn id="1055" idx="3"/>
          </p:cNvCxnSpPr>
          <p:nvPr/>
        </p:nvCxnSpPr>
        <p:spPr>
          <a:xfrm rot="16200000" flipV="1">
            <a:off x="7075449" y="3403167"/>
            <a:ext cx="276647" cy="7048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67" name="Connector: Elbow 1266">
            <a:extLst>
              <a:ext uri="{FF2B5EF4-FFF2-40B4-BE49-F238E27FC236}">
                <a16:creationId xmlns:a16="http://schemas.microsoft.com/office/drawing/2014/main" id="{67D47C49-3A14-4B4E-B1CA-11F2EF5A811F}"/>
              </a:ext>
            </a:extLst>
          </p:cNvPr>
          <p:cNvCxnSpPr>
            <a:cxnSpLocks/>
            <a:stCxn id="1027" idx="4"/>
            <a:endCxn id="135" idx="1"/>
          </p:cNvCxnSpPr>
          <p:nvPr/>
        </p:nvCxnSpPr>
        <p:spPr>
          <a:xfrm rot="16200000" flipH="1">
            <a:off x="7815396" y="2689733"/>
            <a:ext cx="769889" cy="1075770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CD88084-13F3-4496-8F88-A6B64CF3029E}"/>
              </a:ext>
            </a:extLst>
          </p:cNvPr>
          <p:cNvCxnSpPr>
            <a:cxnSpLocks/>
            <a:stCxn id="129" idx="3"/>
            <a:endCxn id="284" idx="1"/>
          </p:cNvCxnSpPr>
          <p:nvPr/>
        </p:nvCxnSpPr>
        <p:spPr>
          <a:xfrm>
            <a:off x="2335738" y="2783165"/>
            <a:ext cx="498727" cy="4148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220BA0FC-D689-439A-B1CC-866A134415FC}"/>
              </a:ext>
            </a:extLst>
          </p:cNvPr>
          <p:cNvCxnSpPr>
            <a:cxnSpLocks/>
            <a:stCxn id="129" idx="3"/>
            <a:endCxn id="284" idx="1"/>
          </p:cNvCxnSpPr>
          <p:nvPr/>
        </p:nvCxnSpPr>
        <p:spPr>
          <a:xfrm>
            <a:off x="2335738" y="2783165"/>
            <a:ext cx="498727" cy="4148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98AE55B3-10EA-4E49-A3CC-162D4BE95575}"/>
              </a:ext>
            </a:extLst>
          </p:cNvPr>
          <p:cNvCxnSpPr>
            <a:cxnSpLocks/>
            <a:stCxn id="284" idx="3"/>
            <a:endCxn id="1055" idx="1"/>
          </p:cNvCxnSpPr>
          <p:nvPr/>
        </p:nvCxnSpPr>
        <p:spPr>
          <a:xfrm>
            <a:off x="4016513" y="3197989"/>
            <a:ext cx="363872" cy="419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16C9F553-9FBC-4989-9C22-BD82C9C104DF}"/>
              </a:ext>
            </a:extLst>
          </p:cNvPr>
          <p:cNvCxnSpPr>
            <a:cxnSpLocks/>
            <a:stCxn id="154" idx="1"/>
            <a:endCxn id="420" idx="3"/>
          </p:cNvCxnSpPr>
          <p:nvPr/>
        </p:nvCxnSpPr>
        <p:spPr>
          <a:xfrm rot="10800000">
            <a:off x="7971638" y="4207199"/>
            <a:ext cx="756642" cy="3585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582039CE-B48F-4B51-AFCF-2E1841714532}"/>
              </a:ext>
            </a:extLst>
          </p:cNvPr>
          <p:cNvCxnSpPr>
            <a:cxnSpLocks/>
            <a:stCxn id="44" idx="3"/>
            <a:endCxn id="1055" idx="0"/>
          </p:cNvCxnSpPr>
          <p:nvPr/>
        </p:nvCxnSpPr>
        <p:spPr>
          <a:xfrm>
            <a:off x="4148356" y="2426472"/>
            <a:ext cx="1472515" cy="4346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D14E409-BB24-3E22-BC83-709F06694CF8}"/>
              </a:ext>
            </a:extLst>
          </p:cNvPr>
          <p:cNvSpPr/>
          <p:nvPr/>
        </p:nvSpPr>
        <p:spPr>
          <a:xfrm>
            <a:off x="1355393" y="3354379"/>
            <a:ext cx="971898" cy="1685782"/>
          </a:xfrm>
          <a:prstGeom prst="rect">
            <a:avLst/>
          </a:prstGeom>
          <a:noFill/>
          <a:ln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2C96784-8C2B-46BF-982D-8114C612AD58}"/>
              </a:ext>
            </a:extLst>
          </p:cNvPr>
          <p:cNvGrpSpPr/>
          <p:nvPr/>
        </p:nvGrpSpPr>
        <p:grpSpPr>
          <a:xfrm>
            <a:off x="1349192" y="2406119"/>
            <a:ext cx="986546" cy="754091"/>
            <a:chOff x="1415654" y="1814363"/>
            <a:chExt cx="986546" cy="75409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0519336-0792-19A7-A679-60D41AD9C056}"/>
                </a:ext>
              </a:extLst>
            </p:cNvPr>
            <p:cNvSpPr txBox="1"/>
            <p:nvPr/>
          </p:nvSpPr>
          <p:spPr>
            <a:xfrm>
              <a:off x="1415654" y="1814363"/>
              <a:ext cx="9865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1. Patients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1546F4A-43CD-460D-A003-4F0B0BDBD8A3}"/>
                </a:ext>
              </a:extLst>
            </p:cNvPr>
            <p:cNvSpPr/>
            <p:nvPr/>
          </p:nvSpPr>
          <p:spPr>
            <a:xfrm>
              <a:off x="1435432" y="1814363"/>
              <a:ext cx="966768" cy="754091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61" name="TextBox 1060">
            <a:extLst>
              <a:ext uri="{FF2B5EF4-FFF2-40B4-BE49-F238E27FC236}">
                <a16:creationId xmlns:a16="http://schemas.microsoft.com/office/drawing/2014/main" id="{1DFCAF59-FC28-DB51-8CDE-8E5DFACE2583}"/>
              </a:ext>
            </a:extLst>
          </p:cNvPr>
          <p:cNvSpPr txBox="1"/>
          <p:nvPr/>
        </p:nvSpPr>
        <p:spPr>
          <a:xfrm>
            <a:off x="1356679" y="3304445"/>
            <a:ext cx="971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Hospitals</a:t>
            </a:r>
          </a:p>
        </p:txBody>
      </p: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D4B655C0-A6E6-2418-D1B8-A46D9F151039}"/>
              </a:ext>
            </a:extLst>
          </p:cNvPr>
          <p:cNvCxnSpPr>
            <a:cxnSpLocks/>
            <a:stCxn id="129" idx="1"/>
            <a:endCxn id="35" idx="1"/>
          </p:cNvCxnSpPr>
          <p:nvPr/>
        </p:nvCxnSpPr>
        <p:spPr>
          <a:xfrm rot="10800000" flipV="1">
            <a:off x="1355394" y="2783164"/>
            <a:ext cx="13577" cy="1414105"/>
          </a:xfrm>
          <a:prstGeom prst="bentConnector3">
            <a:avLst>
              <a:gd name="adj1" fmla="val 1783730"/>
            </a:avLst>
          </a:prstGeom>
          <a:ln>
            <a:solidFill>
              <a:srgbClr val="30559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85FEE097-9AFD-D599-4837-811C9213C59D}"/>
              </a:ext>
            </a:extLst>
          </p:cNvPr>
          <p:cNvSpPr txBox="1"/>
          <p:nvPr/>
        </p:nvSpPr>
        <p:spPr>
          <a:xfrm>
            <a:off x="2589864" y="1830997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DD992D0-21D5-4999-DE2D-2E4833631D52}"/>
              </a:ext>
            </a:extLst>
          </p:cNvPr>
          <p:cNvSpPr txBox="1"/>
          <p:nvPr/>
        </p:nvSpPr>
        <p:spPr>
          <a:xfrm>
            <a:off x="996629" y="296629"/>
            <a:ext cx="141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Stakeholders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BCCFD43-E59D-4069-AE29-34F9C66332B8}"/>
              </a:ext>
            </a:extLst>
          </p:cNvPr>
          <p:cNvGrpSpPr/>
          <p:nvPr/>
        </p:nvGrpSpPr>
        <p:grpSpPr>
          <a:xfrm>
            <a:off x="2817406" y="2882521"/>
            <a:ext cx="1199107" cy="1342418"/>
            <a:chOff x="2664527" y="2583951"/>
            <a:chExt cx="1199107" cy="1342418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FFD73A24-2569-4052-B00B-E8DF513E8E46}"/>
                </a:ext>
              </a:extLst>
            </p:cNvPr>
            <p:cNvGrpSpPr/>
            <p:nvPr/>
          </p:nvGrpSpPr>
          <p:grpSpPr>
            <a:xfrm>
              <a:off x="2664527" y="3299784"/>
              <a:ext cx="772610" cy="626585"/>
              <a:chOff x="2664527" y="3299784"/>
              <a:chExt cx="772610" cy="626585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E2D6CDC-BF1C-CBDC-60FC-329EE501C97B}"/>
                  </a:ext>
                </a:extLst>
              </p:cNvPr>
              <p:cNvSpPr/>
              <p:nvPr/>
            </p:nvSpPr>
            <p:spPr>
              <a:xfrm>
                <a:off x="2712778" y="3355205"/>
                <a:ext cx="687003" cy="252000"/>
              </a:xfrm>
              <a:prstGeom prst="rect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EMR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6DA9E19-8BAE-D58A-E37E-FFD5AB0F4E35}"/>
                  </a:ext>
                </a:extLst>
              </p:cNvPr>
              <p:cNvSpPr/>
              <p:nvPr/>
            </p:nvSpPr>
            <p:spPr>
              <a:xfrm>
                <a:off x="2712315" y="3644083"/>
                <a:ext cx="687003" cy="252000"/>
              </a:xfrm>
              <a:prstGeom prst="rect">
                <a:avLst/>
              </a:prstGeom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PACS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2578FC68-4F6D-B86E-5016-F4579FF7B34D}"/>
                  </a:ext>
                </a:extLst>
              </p:cNvPr>
              <p:cNvSpPr/>
              <p:nvPr/>
            </p:nvSpPr>
            <p:spPr>
              <a:xfrm>
                <a:off x="2664527" y="3299784"/>
                <a:ext cx="772610" cy="626585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593415D-AD37-498C-B871-6C690EAE8C78}"/>
                </a:ext>
              </a:extLst>
            </p:cNvPr>
            <p:cNvGrpSpPr/>
            <p:nvPr/>
          </p:nvGrpSpPr>
          <p:grpSpPr>
            <a:xfrm>
              <a:off x="2719872" y="2617455"/>
              <a:ext cx="1113594" cy="569879"/>
              <a:chOff x="2719872" y="2617455"/>
              <a:chExt cx="1113594" cy="569879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74712D7-0882-4E75-9297-684D29695D47}"/>
                  </a:ext>
                </a:extLst>
              </p:cNvPr>
              <p:cNvSpPr/>
              <p:nvPr/>
            </p:nvSpPr>
            <p:spPr>
              <a:xfrm>
                <a:off x="2727042" y="2617455"/>
                <a:ext cx="1106424" cy="252000"/>
              </a:xfrm>
              <a:prstGeom prst="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Mobile Apps</a:t>
                </a: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6B6E3DE5-613D-4578-983A-9B8C001015EC}"/>
                  </a:ext>
                </a:extLst>
              </p:cNvPr>
              <p:cNvSpPr/>
              <p:nvPr/>
            </p:nvSpPr>
            <p:spPr>
              <a:xfrm>
                <a:off x="2719872" y="2935334"/>
                <a:ext cx="1106424" cy="252000"/>
              </a:xfrm>
              <a:prstGeom prst="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Patient Portal</a:t>
                </a:r>
              </a:p>
            </p:txBody>
          </p:sp>
        </p:grp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87C50092-2341-41B0-A126-15A6461E4DDF}"/>
                </a:ext>
              </a:extLst>
            </p:cNvPr>
            <p:cNvSpPr/>
            <p:nvPr/>
          </p:nvSpPr>
          <p:spPr>
            <a:xfrm>
              <a:off x="2681586" y="2583951"/>
              <a:ext cx="1182048" cy="630936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27" name="Oval 1026">
            <a:extLst>
              <a:ext uri="{FF2B5EF4-FFF2-40B4-BE49-F238E27FC236}">
                <a16:creationId xmlns:a16="http://schemas.microsoft.com/office/drawing/2014/main" id="{B074EB77-3EE2-21DB-CC97-8D850AB56D5E}"/>
              </a:ext>
            </a:extLst>
          </p:cNvPr>
          <p:cNvSpPr/>
          <p:nvPr/>
        </p:nvSpPr>
        <p:spPr>
          <a:xfrm>
            <a:off x="7023155" y="2389304"/>
            <a:ext cx="1278599" cy="45337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Lake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89B3A5-34B2-D6BB-C525-05809E07449A}"/>
              </a:ext>
            </a:extLst>
          </p:cNvPr>
          <p:cNvSpPr/>
          <p:nvPr/>
        </p:nvSpPr>
        <p:spPr>
          <a:xfrm>
            <a:off x="4722298" y="2246317"/>
            <a:ext cx="1357861" cy="256032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PHEOC Dashboard</a:t>
            </a:r>
          </a:p>
        </p:txBody>
      </p: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C96A4CE6-BE22-4916-86BB-89ECCDBED64D}"/>
              </a:ext>
            </a:extLst>
          </p:cNvPr>
          <p:cNvGrpSpPr/>
          <p:nvPr/>
        </p:nvGrpSpPr>
        <p:grpSpPr>
          <a:xfrm>
            <a:off x="3187598" y="2216360"/>
            <a:ext cx="987531" cy="425973"/>
            <a:chOff x="3499445" y="2006331"/>
            <a:chExt cx="987531" cy="42597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142F23B-F31B-9171-9FC1-AE78964702C8}"/>
                </a:ext>
              </a:extLst>
            </p:cNvPr>
            <p:cNvSpPr/>
            <p:nvPr/>
          </p:nvSpPr>
          <p:spPr>
            <a:xfrm>
              <a:off x="3526217" y="2046053"/>
              <a:ext cx="933986" cy="340779"/>
            </a:xfrm>
            <a:prstGeom prst="rect">
              <a:avLst/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Monitoring Dashboard</a:t>
              </a: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18BE79A5-63CA-41F0-B2E2-AE1AA809F04B}"/>
                </a:ext>
              </a:extLst>
            </p:cNvPr>
            <p:cNvSpPr/>
            <p:nvPr/>
          </p:nvSpPr>
          <p:spPr>
            <a:xfrm>
              <a:off x="3499445" y="2006331"/>
              <a:ext cx="987531" cy="425973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8" name="Rectangle 387">
            <a:extLst>
              <a:ext uri="{FF2B5EF4-FFF2-40B4-BE49-F238E27FC236}">
                <a16:creationId xmlns:a16="http://schemas.microsoft.com/office/drawing/2014/main" id="{0FCF4E42-937E-4843-9D6C-C662C39092C6}"/>
              </a:ext>
            </a:extLst>
          </p:cNvPr>
          <p:cNvSpPr/>
          <p:nvPr/>
        </p:nvSpPr>
        <p:spPr>
          <a:xfrm>
            <a:off x="4682241" y="2220840"/>
            <a:ext cx="1431328" cy="306015"/>
          </a:xfrm>
          <a:prstGeom prst="rect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05" name="Straight Arrow Connector 1104">
            <a:extLst>
              <a:ext uri="{FF2B5EF4-FFF2-40B4-BE49-F238E27FC236}">
                <a16:creationId xmlns:a16="http://schemas.microsoft.com/office/drawing/2014/main" id="{20D2DF0B-DE59-4AB7-BA68-A7D13984DC2F}"/>
              </a:ext>
            </a:extLst>
          </p:cNvPr>
          <p:cNvCxnSpPr>
            <a:cxnSpLocks/>
            <a:stCxn id="393" idx="0"/>
            <a:endCxn id="1055" idx="2"/>
          </p:cNvCxnSpPr>
          <p:nvPr/>
        </p:nvCxnSpPr>
        <p:spPr>
          <a:xfrm flipH="1" flipV="1">
            <a:off x="5620871" y="4373412"/>
            <a:ext cx="383085" cy="235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37E8D7E1-54CD-4E3F-842C-1C74872ABF90}"/>
              </a:ext>
            </a:extLst>
          </p:cNvPr>
          <p:cNvCxnSpPr>
            <a:cxnSpLocks/>
            <a:stCxn id="408" idx="0"/>
            <a:endCxn id="1055" idx="2"/>
          </p:cNvCxnSpPr>
          <p:nvPr/>
        </p:nvCxnSpPr>
        <p:spPr>
          <a:xfrm flipH="1" flipV="1">
            <a:off x="5620871" y="4373412"/>
            <a:ext cx="1617950" cy="235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0C7E183-0B72-4A81-B494-B08CD9F138B6}"/>
              </a:ext>
            </a:extLst>
          </p:cNvPr>
          <p:cNvSpPr/>
          <p:nvPr/>
        </p:nvSpPr>
        <p:spPr>
          <a:xfrm>
            <a:off x="3507763" y="4644584"/>
            <a:ext cx="687003" cy="25200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ERP</a:t>
            </a:r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BF06241E-970C-4E36-8453-E215748BF404}"/>
              </a:ext>
            </a:extLst>
          </p:cNvPr>
          <p:cNvGrpSpPr/>
          <p:nvPr/>
        </p:nvGrpSpPr>
        <p:grpSpPr>
          <a:xfrm>
            <a:off x="4556621" y="4655333"/>
            <a:ext cx="755989" cy="573578"/>
            <a:chOff x="5048099" y="4588635"/>
            <a:chExt cx="755989" cy="573578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2B0718A1-8C5E-4171-AA20-220C8BFFB6C9}"/>
                </a:ext>
              </a:extLst>
            </p:cNvPr>
            <p:cNvSpPr/>
            <p:nvPr/>
          </p:nvSpPr>
          <p:spPr>
            <a:xfrm>
              <a:off x="5082714" y="4610225"/>
              <a:ext cx="687003" cy="252000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LIMS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D96607EC-86F1-4BD6-9B0E-C7559DAFB1D4}"/>
                </a:ext>
              </a:extLst>
            </p:cNvPr>
            <p:cNvSpPr/>
            <p:nvPr/>
          </p:nvSpPr>
          <p:spPr>
            <a:xfrm>
              <a:off x="5082230" y="4913211"/>
              <a:ext cx="687003" cy="222135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PACS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920AC27A-9DC0-4F7C-B2B9-B732A4FC246D}"/>
                </a:ext>
              </a:extLst>
            </p:cNvPr>
            <p:cNvSpPr/>
            <p:nvPr/>
          </p:nvSpPr>
          <p:spPr>
            <a:xfrm>
              <a:off x="5048099" y="4588635"/>
              <a:ext cx="755989" cy="573578"/>
            </a:xfrm>
            <a:prstGeom prst="rect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6" name="Rectangle 275">
            <a:extLst>
              <a:ext uri="{FF2B5EF4-FFF2-40B4-BE49-F238E27FC236}">
                <a16:creationId xmlns:a16="http://schemas.microsoft.com/office/drawing/2014/main" id="{EF48A02F-11AD-499C-834C-E2010C9435E2}"/>
              </a:ext>
            </a:extLst>
          </p:cNvPr>
          <p:cNvSpPr/>
          <p:nvPr/>
        </p:nvSpPr>
        <p:spPr>
          <a:xfrm>
            <a:off x="3462667" y="4608724"/>
            <a:ext cx="772610" cy="320040"/>
          </a:xfrm>
          <a:prstGeom prst="rect">
            <a:avLst/>
          </a:prstGeom>
          <a:noFill/>
          <a:ln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423817C6-08B4-4724-BA29-8E95224AC4D9}"/>
              </a:ext>
            </a:extLst>
          </p:cNvPr>
          <p:cNvGrpSpPr/>
          <p:nvPr/>
        </p:nvGrpSpPr>
        <p:grpSpPr>
          <a:xfrm>
            <a:off x="5447786" y="4608724"/>
            <a:ext cx="1112339" cy="320040"/>
            <a:chOff x="5948597" y="4669484"/>
            <a:chExt cx="1112339" cy="3200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68C142D-0A6E-6296-622F-287BCAF28CCD}"/>
                </a:ext>
              </a:extLst>
            </p:cNvPr>
            <p:cNvSpPr/>
            <p:nvPr/>
          </p:nvSpPr>
          <p:spPr>
            <a:xfrm>
              <a:off x="5998571" y="4705395"/>
              <a:ext cx="1032599" cy="256032"/>
            </a:xfrm>
            <a:prstGeom prst="rect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Claims Portal</a:t>
              </a: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3F343C08-FB03-4B24-A605-ADE26A97ED37}"/>
                </a:ext>
              </a:extLst>
            </p:cNvPr>
            <p:cNvSpPr/>
            <p:nvPr/>
          </p:nvSpPr>
          <p:spPr>
            <a:xfrm>
              <a:off x="5948597" y="4669484"/>
              <a:ext cx="1112339" cy="32004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B94D6E33-DC0B-4153-9F61-982FDCF9C9A4}"/>
              </a:ext>
            </a:extLst>
          </p:cNvPr>
          <p:cNvGrpSpPr/>
          <p:nvPr/>
        </p:nvGrpSpPr>
        <p:grpSpPr>
          <a:xfrm>
            <a:off x="6839482" y="4608724"/>
            <a:ext cx="798677" cy="320040"/>
            <a:chOff x="7446561" y="4668626"/>
            <a:chExt cx="798677" cy="32004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986DE8B-B8B6-A6D4-971C-43F61A5E817A}"/>
                </a:ext>
              </a:extLst>
            </p:cNvPr>
            <p:cNvSpPr/>
            <p:nvPr/>
          </p:nvSpPr>
          <p:spPr>
            <a:xfrm>
              <a:off x="7492720" y="4704161"/>
              <a:ext cx="718317" cy="256032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Helpline</a:t>
              </a: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FBC8811F-D070-4917-9CEC-2BC92A38AE8E}"/>
                </a:ext>
              </a:extLst>
            </p:cNvPr>
            <p:cNvSpPr/>
            <p:nvPr/>
          </p:nvSpPr>
          <p:spPr>
            <a:xfrm>
              <a:off x="7446561" y="4668626"/>
              <a:ext cx="798677" cy="320040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E6C4527F-7F16-457E-AF2A-D92DA9510F03}"/>
              </a:ext>
            </a:extLst>
          </p:cNvPr>
          <p:cNvGrpSpPr/>
          <p:nvPr/>
        </p:nvGrpSpPr>
        <p:grpSpPr>
          <a:xfrm>
            <a:off x="7160736" y="3893905"/>
            <a:ext cx="810902" cy="626585"/>
            <a:chOff x="7773302" y="3515903"/>
            <a:chExt cx="810902" cy="626585"/>
          </a:xfrm>
        </p:grpSpPr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AC5307DE-62C7-4418-9750-194360CB2BFD}"/>
                </a:ext>
              </a:extLst>
            </p:cNvPr>
            <p:cNvSpPr/>
            <p:nvPr/>
          </p:nvSpPr>
          <p:spPr>
            <a:xfrm>
              <a:off x="7808586" y="3556130"/>
              <a:ext cx="718317" cy="25603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ERP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069090F3-5E02-49C8-BCA7-E255A0D40339}"/>
                </a:ext>
              </a:extLst>
            </p:cNvPr>
            <p:cNvSpPr/>
            <p:nvPr/>
          </p:nvSpPr>
          <p:spPr>
            <a:xfrm>
              <a:off x="7808586" y="3853015"/>
              <a:ext cx="718317" cy="25603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HIE APIs</a:t>
              </a:r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FEC5156D-F66F-495B-83DF-1F05B51310E9}"/>
                </a:ext>
              </a:extLst>
            </p:cNvPr>
            <p:cNvSpPr/>
            <p:nvPr/>
          </p:nvSpPr>
          <p:spPr>
            <a:xfrm>
              <a:off x="7773302" y="3515903"/>
              <a:ext cx="810902" cy="626585"/>
            </a:xfrm>
            <a:prstGeom prst="rect">
              <a:avLst/>
            </a:prstGeom>
            <a:noFill/>
            <a:ln>
              <a:solidFill>
                <a:schemeClr val="accent4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E4C2EAFC-B147-42AB-8F4B-EABAD3541167}"/>
              </a:ext>
            </a:extLst>
          </p:cNvPr>
          <p:cNvCxnSpPr>
            <a:cxnSpLocks/>
            <a:stCxn id="1027" idx="2"/>
            <a:endCxn id="1055" idx="0"/>
          </p:cNvCxnSpPr>
          <p:nvPr/>
        </p:nvCxnSpPr>
        <p:spPr>
          <a:xfrm flipH="1">
            <a:off x="5620871" y="2615989"/>
            <a:ext cx="1402284" cy="24511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50" name="Oval 1049">
            <a:extLst>
              <a:ext uri="{FF2B5EF4-FFF2-40B4-BE49-F238E27FC236}">
                <a16:creationId xmlns:a16="http://schemas.microsoft.com/office/drawing/2014/main" id="{41D1822A-B885-78DD-A5E8-A5DBED62B257}"/>
              </a:ext>
            </a:extLst>
          </p:cNvPr>
          <p:cNvSpPr/>
          <p:nvPr/>
        </p:nvSpPr>
        <p:spPr>
          <a:xfrm>
            <a:off x="9402936" y="1542316"/>
            <a:ext cx="736827" cy="33951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AI/ML</a:t>
            </a:r>
          </a:p>
        </p:txBody>
      </p:sp>
      <p:cxnSp>
        <p:nvCxnSpPr>
          <p:cNvPr id="1051" name="Connector: Elbow 1050">
            <a:extLst>
              <a:ext uri="{FF2B5EF4-FFF2-40B4-BE49-F238E27FC236}">
                <a16:creationId xmlns:a16="http://schemas.microsoft.com/office/drawing/2014/main" id="{ED294461-832D-7951-286E-EDB31EE645D7}"/>
              </a:ext>
            </a:extLst>
          </p:cNvPr>
          <p:cNvCxnSpPr>
            <a:cxnSpLocks/>
            <a:stCxn id="150" idx="0"/>
            <a:endCxn id="1050" idx="4"/>
          </p:cNvCxnSpPr>
          <p:nvPr/>
        </p:nvCxnSpPr>
        <p:spPr>
          <a:xfrm rot="5400000" flipH="1" flipV="1">
            <a:off x="9535854" y="1938028"/>
            <a:ext cx="291692" cy="179299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65" name="Connector: Elbow 1264">
            <a:extLst>
              <a:ext uri="{FF2B5EF4-FFF2-40B4-BE49-F238E27FC236}">
                <a16:creationId xmlns:a16="http://schemas.microsoft.com/office/drawing/2014/main" id="{FD26E3CB-D3D5-4846-8BBE-5A1CB855F4FE}"/>
              </a:ext>
            </a:extLst>
          </p:cNvPr>
          <p:cNvCxnSpPr>
            <a:cxnSpLocks/>
            <a:stCxn id="135" idx="3"/>
            <a:endCxn id="1050" idx="6"/>
          </p:cNvCxnSpPr>
          <p:nvPr/>
        </p:nvCxnSpPr>
        <p:spPr>
          <a:xfrm flipH="1" flipV="1">
            <a:off x="10139763" y="1712074"/>
            <a:ext cx="326678" cy="1900489"/>
          </a:xfrm>
          <a:prstGeom prst="bentConnector3">
            <a:avLst>
              <a:gd name="adj1" fmla="val -6997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34A900A-64C1-2969-5774-B9C9BF3D1D02}"/>
              </a:ext>
            </a:extLst>
          </p:cNvPr>
          <p:cNvSpPr/>
          <p:nvPr/>
        </p:nvSpPr>
        <p:spPr>
          <a:xfrm>
            <a:off x="9169962" y="941155"/>
            <a:ext cx="1191242" cy="41322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Research Dashboard</a:t>
            </a:r>
          </a:p>
        </p:txBody>
      </p:sp>
      <p:cxnSp>
        <p:nvCxnSpPr>
          <p:cNvPr id="1035" name="Connector: Elbow 1034">
            <a:extLst>
              <a:ext uri="{FF2B5EF4-FFF2-40B4-BE49-F238E27FC236}">
                <a16:creationId xmlns:a16="http://schemas.microsoft.com/office/drawing/2014/main" id="{D8FACE5C-0A99-C065-B040-A76AE3A2E4CC}"/>
              </a:ext>
            </a:extLst>
          </p:cNvPr>
          <p:cNvCxnSpPr>
            <a:cxnSpLocks/>
            <a:stCxn id="1050" idx="0"/>
            <a:endCxn id="247" idx="2"/>
          </p:cNvCxnSpPr>
          <p:nvPr/>
        </p:nvCxnSpPr>
        <p:spPr>
          <a:xfrm flipH="1" flipV="1">
            <a:off x="9770569" y="1386741"/>
            <a:ext cx="781" cy="155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47" name="Rectangle 246">
            <a:extLst>
              <a:ext uri="{FF2B5EF4-FFF2-40B4-BE49-F238E27FC236}">
                <a16:creationId xmlns:a16="http://schemas.microsoft.com/office/drawing/2014/main" id="{ACD67B48-9640-4F9D-AD38-1882254DB7B7}"/>
              </a:ext>
            </a:extLst>
          </p:cNvPr>
          <p:cNvSpPr/>
          <p:nvPr/>
        </p:nvSpPr>
        <p:spPr>
          <a:xfrm>
            <a:off x="9142085" y="917482"/>
            <a:ext cx="1256968" cy="469259"/>
          </a:xfrm>
          <a:prstGeom prst="rect">
            <a:avLst/>
          </a:prstGeom>
          <a:noFill/>
          <a:ln>
            <a:solidFill>
              <a:schemeClr val="accent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88" name="Connector: Elbow 487">
            <a:extLst>
              <a:ext uri="{FF2B5EF4-FFF2-40B4-BE49-F238E27FC236}">
                <a16:creationId xmlns:a16="http://schemas.microsoft.com/office/drawing/2014/main" id="{494A2428-47DB-4B74-ADD0-AF5B4FE11C4F}"/>
              </a:ext>
            </a:extLst>
          </p:cNvPr>
          <p:cNvCxnSpPr>
            <a:cxnSpLocks/>
            <a:stCxn id="1027" idx="6"/>
            <a:endCxn id="1042" idx="1"/>
          </p:cNvCxnSpPr>
          <p:nvPr/>
        </p:nvCxnSpPr>
        <p:spPr>
          <a:xfrm flipV="1">
            <a:off x="8301754" y="2613071"/>
            <a:ext cx="428286" cy="2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F25E7F7-91EF-0D24-A5FC-47E697CD6956}"/>
              </a:ext>
            </a:extLst>
          </p:cNvPr>
          <p:cNvSpPr txBox="1"/>
          <p:nvPr/>
        </p:nvSpPr>
        <p:spPr>
          <a:xfrm>
            <a:off x="6479199" y="1393162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1F6A8F-2AE4-AA0B-3B4D-19FD996C8086}"/>
              </a:ext>
            </a:extLst>
          </p:cNvPr>
          <p:cNvSpPr txBox="1"/>
          <p:nvPr/>
        </p:nvSpPr>
        <p:spPr>
          <a:xfrm>
            <a:off x="7037418" y="1408902"/>
            <a:ext cx="510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3DF507-5F37-78E5-1D6B-56CD90CEF97F}"/>
              </a:ext>
            </a:extLst>
          </p:cNvPr>
          <p:cNvSpPr txBox="1"/>
          <p:nvPr/>
        </p:nvSpPr>
        <p:spPr>
          <a:xfrm>
            <a:off x="7673198" y="1409441"/>
            <a:ext cx="782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HCV Prog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24D9636A-C3C6-F862-342C-E7F2B3D95D23}"/>
              </a:ext>
            </a:extLst>
          </p:cNvPr>
          <p:cNvSpPr txBox="1"/>
          <p:nvPr/>
        </p:nvSpPr>
        <p:spPr>
          <a:xfrm>
            <a:off x="8428720" y="1411950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TBCP</a:t>
            </a:r>
          </a:p>
        </p:txBody>
      </p:sp>
      <p:pic>
        <p:nvPicPr>
          <p:cNvPr id="1032" name="Picture 8" descr="Department - Free healthcare and medical icons">
            <a:extLst>
              <a:ext uri="{FF2B5EF4-FFF2-40B4-BE49-F238E27FC236}">
                <a16:creationId xmlns:a16="http://schemas.microsoft.com/office/drawing/2014/main" id="{54EE8C14-2C3B-5355-7C18-B962AEF92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034" y="848120"/>
            <a:ext cx="715819" cy="59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Department - Free healthcare and medical icons">
            <a:extLst>
              <a:ext uri="{FF2B5EF4-FFF2-40B4-BE49-F238E27FC236}">
                <a16:creationId xmlns:a16="http://schemas.microsoft.com/office/drawing/2014/main" id="{1CC0AE9D-DD89-4063-2D31-989451EFC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230" y="846246"/>
            <a:ext cx="677262" cy="5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Department - Free healthcare and medical icons">
            <a:extLst>
              <a:ext uri="{FF2B5EF4-FFF2-40B4-BE49-F238E27FC236}">
                <a16:creationId xmlns:a16="http://schemas.microsoft.com/office/drawing/2014/main" id="{E7540EBF-A2B6-CD0E-AF2E-57FC63217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854" y="846245"/>
            <a:ext cx="715819" cy="59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61CE5C-F5DD-22EA-A100-96DABBD54A08}"/>
              </a:ext>
            </a:extLst>
          </p:cNvPr>
          <p:cNvSpPr txBox="1"/>
          <p:nvPr/>
        </p:nvSpPr>
        <p:spPr>
          <a:xfrm>
            <a:off x="2282781" y="1397413"/>
            <a:ext cx="724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Federal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19CCD-4A7A-0705-D538-861608F93633}"/>
              </a:ext>
            </a:extLst>
          </p:cNvPr>
          <p:cNvSpPr txBox="1"/>
          <p:nvPr/>
        </p:nvSpPr>
        <p:spPr>
          <a:xfrm>
            <a:off x="2942515" y="1408902"/>
            <a:ext cx="8984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Provincial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03D094-BF4B-6B62-F449-5C67E3327208}"/>
              </a:ext>
            </a:extLst>
          </p:cNvPr>
          <p:cNvSpPr txBox="1"/>
          <p:nvPr/>
        </p:nvSpPr>
        <p:spPr>
          <a:xfrm>
            <a:off x="3737260" y="1403817"/>
            <a:ext cx="7111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District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681A87-7506-CC82-76A9-E92B6F6896D5}"/>
              </a:ext>
            </a:extLst>
          </p:cNvPr>
          <p:cNvSpPr/>
          <p:nvPr/>
        </p:nvSpPr>
        <p:spPr>
          <a:xfrm>
            <a:off x="2248581" y="674899"/>
            <a:ext cx="2180363" cy="96372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A8B0013-0252-46B8-80C8-60B454809FA1}"/>
              </a:ext>
            </a:extLst>
          </p:cNvPr>
          <p:cNvSpPr txBox="1"/>
          <p:nvPr/>
        </p:nvSpPr>
        <p:spPr>
          <a:xfrm>
            <a:off x="2248032" y="631365"/>
            <a:ext cx="2166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12. Health Authorities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5E5C2F-52F3-5CF3-28E1-05D0B1B9A809}"/>
              </a:ext>
            </a:extLst>
          </p:cNvPr>
          <p:cNvSpPr/>
          <p:nvPr/>
        </p:nvSpPr>
        <p:spPr>
          <a:xfrm>
            <a:off x="6339971" y="669277"/>
            <a:ext cx="2653738" cy="9657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07A8050-4D60-6FB9-1727-BECC8724EF4A}"/>
              </a:ext>
            </a:extLst>
          </p:cNvPr>
          <p:cNvSpPr txBox="1"/>
          <p:nvPr/>
        </p:nvSpPr>
        <p:spPr>
          <a:xfrm>
            <a:off x="6355863" y="634144"/>
            <a:ext cx="2604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Surveillance Programs</a:t>
            </a:r>
          </a:p>
        </p:txBody>
      </p:sp>
      <p:pic>
        <p:nvPicPr>
          <p:cNvPr id="76" name="Picture 10" descr="Health monitoring - Free medical icons">
            <a:extLst>
              <a:ext uri="{FF2B5EF4-FFF2-40B4-BE49-F238E27FC236}">
                <a16:creationId xmlns:a16="http://schemas.microsoft.com/office/drawing/2014/main" id="{94AD44D0-6140-4748-87C8-D4F40D851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613" y="849244"/>
            <a:ext cx="698152" cy="59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10" descr="Health monitoring - Free medical icons">
            <a:extLst>
              <a:ext uri="{FF2B5EF4-FFF2-40B4-BE49-F238E27FC236}">
                <a16:creationId xmlns:a16="http://schemas.microsoft.com/office/drawing/2014/main" id="{C3746AB8-60C6-40C4-8C9E-87BD5E2A4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435" y="839650"/>
            <a:ext cx="698152" cy="59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0" descr="Health monitoring - Free medical icons">
            <a:extLst>
              <a:ext uri="{FF2B5EF4-FFF2-40B4-BE49-F238E27FC236}">
                <a16:creationId xmlns:a16="http://schemas.microsoft.com/office/drawing/2014/main" id="{B03F6B2A-53E3-47A9-9050-45C9BEC8E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236" y="839649"/>
            <a:ext cx="698152" cy="59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" descr="Health monitoring - Free medical icons">
            <a:extLst>
              <a:ext uri="{FF2B5EF4-FFF2-40B4-BE49-F238E27FC236}">
                <a16:creationId xmlns:a16="http://schemas.microsoft.com/office/drawing/2014/main" id="{A3651179-E1A2-4853-9839-B64F1548D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384" y="828853"/>
            <a:ext cx="698152" cy="59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A679ED4-9433-921E-E24B-05FB510AC3AB}"/>
              </a:ext>
            </a:extLst>
          </p:cNvPr>
          <p:cNvSpPr txBox="1"/>
          <p:nvPr/>
        </p:nvSpPr>
        <p:spPr>
          <a:xfrm>
            <a:off x="4660735" y="1329002"/>
            <a:ext cx="701716" cy="27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NDMA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EC8911-AAF2-46CB-F1EB-05B146681662}"/>
              </a:ext>
            </a:extLst>
          </p:cNvPr>
          <p:cNvSpPr txBox="1"/>
          <p:nvPr/>
        </p:nvSpPr>
        <p:spPr>
          <a:xfrm>
            <a:off x="5410664" y="1342213"/>
            <a:ext cx="648102" cy="274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PDMA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A5C3D57-BD62-67A7-5AD1-ECED4A287E6E}"/>
              </a:ext>
            </a:extLst>
          </p:cNvPr>
          <p:cNvSpPr/>
          <p:nvPr/>
        </p:nvSpPr>
        <p:spPr>
          <a:xfrm>
            <a:off x="4538080" y="665453"/>
            <a:ext cx="1718028" cy="97267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Picture 2" descr="Disaster Management Icon - Free Download Appliances Icons | IconScout">
            <a:extLst>
              <a:ext uri="{FF2B5EF4-FFF2-40B4-BE49-F238E27FC236}">
                <a16:creationId xmlns:a16="http://schemas.microsoft.com/office/drawing/2014/main" id="{418D77AE-4CD2-428D-BA1C-C9FB4E575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519" y="917271"/>
            <a:ext cx="609472" cy="46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2" descr="Disaster Management Icon - Free Download Appliances Icons | IconScout">
            <a:extLst>
              <a:ext uri="{FF2B5EF4-FFF2-40B4-BE49-F238E27FC236}">
                <a16:creationId xmlns:a16="http://schemas.microsoft.com/office/drawing/2014/main" id="{94E51999-3894-4D40-8486-08AB692AB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963" y="917271"/>
            <a:ext cx="609472" cy="466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4" name="TextBox 223">
            <a:extLst>
              <a:ext uri="{FF2B5EF4-FFF2-40B4-BE49-F238E27FC236}">
                <a16:creationId xmlns:a16="http://schemas.microsoft.com/office/drawing/2014/main" id="{FD096A89-312C-4C1E-BD01-91456671FAA6}"/>
              </a:ext>
            </a:extLst>
          </p:cNvPr>
          <p:cNvSpPr txBox="1"/>
          <p:nvPr/>
        </p:nvSpPr>
        <p:spPr>
          <a:xfrm>
            <a:off x="4483213" y="660109"/>
            <a:ext cx="1865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Disaster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Management</a:t>
            </a:r>
          </a:p>
        </p:txBody>
      </p:sp>
      <p:pic>
        <p:nvPicPr>
          <p:cNvPr id="1034" name="Picture 10" descr="Emergency services - Free medical icons">
            <a:extLst>
              <a:ext uri="{FF2B5EF4-FFF2-40B4-BE49-F238E27FC236}">
                <a16:creationId xmlns:a16="http://schemas.microsoft.com/office/drawing/2014/main" id="{4B104ADA-B966-AEF3-6F0D-4744E5CE9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96094" l="4297" r="96484">
                        <a14:foregroundMark x1="6836" y1="51172" x2="6836" y2="51172"/>
                        <a14:foregroundMark x1="22656" y1="89648" x2="22656" y2="89648"/>
                        <a14:foregroundMark x1="83594" y1="90820" x2="83594" y2="90820"/>
                        <a14:foregroundMark x1="91992" y1="81641" x2="91992" y2="81641"/>
                        <a14:foregroundMark x1="93164" y1="66602" x2="93164" y2="66602"/>
                        <a14:foregroundMark x1="25586" y1="88867" x2="25586" y2="88867"/>
                        <a14:foregroundMark x1="20898" y1="86328" x2="20898" y2="86328"/>
                        <a14:foregroundMark x1="22656" y1="93164" x2="22656" y2="93164"/>
                        <a14:foregroundMark x1="83008" y1="94141" x2="83008" y2="94141"/>
                        <a14:foregroundMark x1="22656" y1="96094" x2="22656" y2="96094"/>
                        <a14:foregroundMark x1="5664" y1="83008" x2="5664" y2="83008"/>
                        <a14:foregroundMark x1="4688" y1="66016" x2="4688" y2="66016"/>
                        <a14:foregroundMark x1="4297" y1="82422" x2="4297" y2="82422"/>
                        <a14:foregroundMark x1="77734" y1="37891" x2="77734" y2="37891"/>
                        <a14:foregroundMark x1="70508" y1="42188" x2="70508" y2="42188"/>
                        <a14:foregroundMark x1="85547" y1="42383" x2="85547" y2="42383"/>
                        <a14:foregroundMark x1="96484" y1="73047" x2="96484" y2="73047"/>
                        <a14:foregroundMark x1="82617" y1="96094" x2="82617" y2="960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388" y="5694794"/>
            <a:ext cx="603671" cy="49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7FABFC3-23A5-DDE5-8470-47F1F8A9E0A3}"/>
              </a:ext>
            </a:extLst>
          </p:cNvPr>
          <p:cNvSpPr txBox="1"/>
          <p:nvPr/>
        </p:nvSpPr>
        <p:spPr>
          <a:xfrm>
            <a:off x="7538113" y="6162807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1122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A920A4-283F-408C-8FEC-DEB6AE0D570D}"/>
              </a:ext>
            </a:extLst>
          </p:cNvPr>
          <p:cNvSpPr/>
          <p:nvPr/>
        </p:nvSpPr>
        <p:spPr>
          <a:xfrm>
            <a:off x="7227456" y="5572038"/>
            <a:ext cx="2235384" cy="864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10" descr="Emergency services - Free medical icons">
            <a:extLst>
              <a:ext uri="{FF2B5EF4-FFF2-40B4-BE49-F238E27FC236}">
                <a16:creationId xmlns:a16="http://schemas.microsoft.com/office/drawing/2014/main" id="{C2F5DE6D-230F-831C-FA41-1C88E183C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4472C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96289" l="3711" r="93750">
                        <a14:foregroundMark x1="7617" y1="50977" x2="7617" y2="50977"/>
                        <a14:foregroundMark x1="22461" y1="90234" x2="22461" y2="90234"/>
                        <a14:foregroundMark x1="25781" y1="88672" x2="25781" y2="88672"/>
                        <a14:foregroundMark x1="23438" y1="87305" x2="23438" y2="87305"/>
                        <a14:foregroundMark x1="18750" y1="88086" x2="18750" y2="88086"/>
                        <a14:foregroundMark x1="25391" y1="86133" x2="25391" y2="86133"/>
                        <a14:foregroundMark x1="25391" y1="94727" x2="25391" y2="94727"/>
                        <a14:foregroundMark x1="81641" y1="93945" x2="81641" y2="93945"/>
                        <a14:foregroundMark x1="83008" y1="95898" x2="83008" y2="95898"/>
                        <a14:foregroundMark x1="78125" y1="71484" x2="78125" y2="71484"/>
                        <a14:foregroundMark x1="75781" y1="63867" x2="75781" y2="63867"/>
                        <a14:foregroundMark x1="67969" y1="54883" x2="67969" y2="54883"/>
                        <a14:foregroundMark x1="70117" y1="63672" x2="70117" y2="63672"/>
                        <a14:foregroundMark x1="74609" y1="77930" x2="74609" y2="77930"/>
                        <a14:foregroundMark x1="93750" y1="71484" x2="93750" y2="71484"/>
                        <a14:foregroundMark x1="85547" y1="42773" x2="85547" y2="42773"/>
                        <a14:foregroundMark x1="71094" y1="42578" x2="71094" y2="42578"/>
                        <a14:foregroundMark x1="77344" y1="41016" x2="77344" y2="41016"/>
                        <a14:foregroundMark x1="6445" y1="79883" x2="6445" y2="79883"/>
                        <a14:foregroundMark x1="3906" y1="70703" x2="3906" y2="70703"/>
                        <a14:foregroundMark x1="23438" y1="93945" x2="23438" y2="93945"/>
                        <a14:foregroundMark x1="23633" y1="96289" x2="23633" y2="96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173" y="5715833"/>
            <a:ext cx="603672" cy="49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D56DD76-34D3-0620-18C7-CBAB79E4BC40}"/>
              </a:ext>
            </a:extLst>
          </p:cNvPr>
          <p:cNvSpPr txBox="1"/>
          <p:nvPr/>
        </p:nvSpPr>
        <p:spPr>
          <a:xfrm>
            <a:off x="8533917" y="6166684"/>
            <a:ext cx="5389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EIDHI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2A9294-C412-D0B7-1F53-607EE7A9CEBD}"/>
              </a:ext>
            </a:extLst>
          </p:cNvPr>
          <p:cNvSpPr txBox="1"/>
          <p:nvPr/>
        </p:nvSpPr>
        <p:spPr>
          <a:xfrm>
            <a:off x="7227456" y="5575235"/>
            <a:ext cx="2236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Emergency Response Services</a:t>
            </a:r>
          </a:p>
        </p:txBody>
      </p:sp>
      <p:pic>
        <p:nvPicPr>
          <p:cNvPr id="1036" name="Picture 12" descr="Insurance company Surang Flat icon | Freepik">
            <a:extLst>
              <a:ext uri="{FF2B5EF4-FFF2-40B4-BE49-F238E27FC236}">
                <a16:creationId xmlns:a16="http://schemas.microsoft.com/office/drawing/2014/main" id="{AA9A28A8-F296-1766-4337-813F730ED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641" b="95313" l="5469" r="97461">
                        <a14:foregroundMark x1="56250" y1="6641" x2="56250" y2="6641"/>
                        <a14:foregroundMark x1="83789" y1="32422" x2="83789" y2="32422"/>
                        <a14:foregroundMark x1="77148" y1="30273" x2="77148" y2="30273"/>
                        <a14:foregroundMark x1="28125" y1="28906" x2="28125" y2="28906"/>
                        <a14:foregroundMark x1="92969" y1="71094" x2="92969" y2="71094"/>
                        <a14:foregroundMark x1="52539" y1="91797" x2="52539" y2="91797"/>
                        <a14:foregroundMark x1="10742" y1="87500" x2="10742" y2="87500"/>
                        <a14:foregroundMark x1="12500" y1="65234" x2="12500" y2="65234"/>
                        <a14:foregroundMark x1="12500" y1="77539" x2="12500" y2="77539"/>
                        <a14:foregroundMark x1="12891" y1="89258" x2="12891" y2="89258"/>
                        <a14:foregroundMark x1="15430" y1="78516" x2="15430" y2="78516"/>
                        <a14:foregroundMark x1="11719" y1="74219" x2="11719" y2="74219"/>
                        <a14:foregroundMark x1="9961" y1="68164" x2="9961" y2="68164"/>
                        <a14:foregroundMark x1="12500" y1="92188" x2="12500" y2="92188"/>
                        <a14:foregroundMark x1="8008" y1="93555" x2="8008" y2="93555"/>
                        <a14:foregroundMark x1="6641" y1="78125" x2="6641" y2="78125"/>
                        <a14:foregroundMark x1="8008" y1="95313" x2="8008" y2="95313"/>
                        <a14:foregroundMark x1="5469" y1="82422" x2="5469" y2="82422"/>
                        <a14:foregroundMark x1="97461" y1="66797" x2="97461" y2="667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965" y="5764122"/>
            <a:ext cx="566816" cy="47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628A83E-EF7D-1DA7-E4D1-01FF09AE1104}"/>
              </a:ext>
            </a:extLst>
          </p:cNvPr>
          <p:cNvSpPr txBox="1"/>
          <p:nvPr/>
        </p:nvSpPr>
        <p:spPr>
          <a:xfrm>
            <a:off x="5461663" y="6162432"/>
            <a:ext cx="872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Sehat Card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75DC37-A489-8DDA-0DAF-B1DD2BED20CF}"/>
              </a:ext>
            </a:extLst>
          </p:cNvPr>
          <p:cNvSpPr/>
          <p:nvPr/>
        </p:nvSpPr>
        <p:spPr>
          <a:xfrm>
            <a:off x="5448247" y="5575431"/>
            <a:ext cx="1590506" cy="864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B2F4E3-7076-2EEB-D709-61CC8BA2443F}"/>
              </a:ext>
            </a:extLst>
          </p:cNvPr>
          <p:cNvSpPr txBox="1"/>
          <p:nvPr/>
        </p:nvSpPr>
        <p:spPr>
          <a:xfrm>
            <a:off x="6259462" y="6166684"/>
            <a:ext cx="771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 Life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8B9514-C93C-9BEB-B963-13D3992FC399}"/>
              </a:ext>
            </a:extLst>
          </p:cNvPr>
          <p:cNvSpPr txBox="1"/>
          <p:nvPr/>
        </p:nvSpPr>
        <p:spPr>
          <a:xfrm>
            <a:off x="5458627" y="5558482"/>
            <a:ext cx="1590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Insurance Providers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14BA4B-EE9D-04F9-EC4A-06735728D343}"/>
              </a:ext>
            </a:extLst>
          </p:cNvPr>
          <p:cNvSpPr/>
          <p:nvPr/>
        </p:nvSpPr>
        <p:spPr>
          <a:xfrm>
            <a:off x="3996790" y="5575431"/>
            <a:ext cx="1298722" cy="86400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24F182-6CE1-CE81-3481-D23A62C959DF}"/>
              </a:ext>
            </a:extLst>
          </p:cNvPr>
          <p:cNvSpPr/>
          <p:nvPr/>
        </p:nvSpPr>
        <p:spPr>
          <a:xfrm>
            <a:off x="2563361" y="5575431"/>
            <a:ext cx="1282950" cy="864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EAED7D0-F29C-4592-A8A6-2CB78E90692B}"/>
              </a:ext>
            </a:extLst>
          </p:cNvPr>
          <p:cNvSpPr txBox="1"/>
          <p:nvPr/>
        </p:nvSpPr>
        <p:spPr>
          <a:xfrm>
            <a:off x="2548292" y="5569893"/>
            <a:ext cx="1282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3.Pharmacies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BCD706F-77D7-4C58-A449-33F757992DCC}"/>
              </a:ext>
            </a:extLst>
          </p:cNvPr>
          <p:cNvSpPr txBox="1"/>
          <p:nvPr/>
        </p:nvSpPr>
        <p:spPr>
          <a:xfrm>
            <a:off x="3984298" y="5563871"/>
            <a:ext cx="1322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Diagnostic Labs</a:t>
            </a:r>
          </a:p>
        </p:txBody>
      </p:sp>
      <p:pic>
        <p:nvPicPr>
          <p:cNvPr id="164" name="Picture 12" descr="Insurance company Surang Flat icon | Freepik">
            <a:extLst>
              <a:ext uri="{FF2B5EF4-FFF2-40B4-BE49-F238E27FC236}">
                <a16:creationId xmlns:a16="http://schemas.microsoft.com/office/drawing/2014/main" id="{E6674A34-B5BA-4B07-93AA-EC1A9660C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641" b="95313" l="5469" r="97461">
                        <a14:foregroundMark x1="56250" y1="6641" x2="56250" y2="6641"/>
                        <a14:foregroundMark x1="83789" y1="32422" x2="83789" y2="32422"/>
                        <a14:foregroundMark x1="77148" y1="30273" x2="77148" y2="30273"/>
                        <a14:foregroundMark x1="28125" y1="28906" x2="28125" y2="28906"/>
                        <a14:foregroundMark x1="92969" y1="71094" x2="92969" y2="71094"/>
                        <a14:foregroundMark x1="52539" y1="91797" x2="52539" y2="91797"/>
                        <a14:foregroundMark x1="10742" y1="87500" x2="10742" y2="87500"/>
                        <a14:foregroundMark x1="12500" y1="65234" x2="12500" y2="65234"/>
                        <a14:foregroundMark x1="12500" y1="77539" x2="12500" y2="77539"/>
                        <a14:foregroundMark x1="12891" y1="89258" x2="12891" y2="89258"/>
                        <a14:foregroundMark x1="15430" y1="78516" x2="15430" y2="78516"/>
                        <a14:foregroundMark x1="11719" y1="74219" x2="11719" y2="74219"/>
                        <a14:foregroundMark x1="9961" y1="68164" x2="9961" y2="68164"/>
                        <a14:foregroundMark x1="12500" y1="92188" x2="12500" y2="92188"/>
                        <a14:foregroundMark x1="8008" y1="93555" x2="8008" y2="93555"/>
                        <a14:foregroundMark x1="6641" y1="78125" x2="6641" y2="78125"/>
                        <a14:foregroundMark x1="8008" y1="95313" x2="8008" y2="95313"/>
                        <a14:foregroundMark x1="5469" y1="82422" x2="5469" y2="82422"/>
                        <a14:foregroundMark x1="97461" y1="66797" x2="97461" y2="667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811" y="5764122"/>
            <a:ext cx="566816" cy="47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0" name="Group 83">
            <a:extLst>
              <a:ext uri="{FF2B5EF4-FFF2-40B4-BE49-F238E27FC236}">
                <a16:creationId xmlns:a16="http://schemas.microsoft.com/office/drawing/2014/main" id="{B5800FCA-2832-403D-8870-0AF866007299}"/>
              </a:ext>
            </a:extLst>
          </p:cNvPr>
          <p:cNvGrpSpPr>
            <a:grpSpLocks noChangeAspect="1"/>
          </p:cNvGrpSpPr>
          <p:nvPr/>
        </p:nvGrpSpPr>
        <p:grpSpPr>
          <a:xfrm>
            <a:off x="1663436" y="2642393"/>
            <a:ext cx="404453" cy="477236"/>
            <a:chOff x="0" y="0"/>
            <a:chExt cx="799164" cy="942976"/>
          </a:xfrm>
        </p:grpSpPr>
        <p:sp>
          <p:nvSpPr>
            <p:cNvPr id="361" name="Freeform 84" descr="Patient Generic Blue icon | Freepik">
              <a:extLst>
                <a:ext uri="{FF2B5EF4-FFF2-40B4-BE49-F238E27FC236}">
                  <a16:creationId xmlns:a16="http://schemas.microsoft.com/office/drawing/2014/main" id="{08A1815B-BEB9-42EB-80F6-93506198E0F9}"/>
                </a:ext>
              </a:extLst>
            </p:cNvPr>
            <p:cNvSpPr/>
            <p:nvPr/>
          </p:nvSpPr>
          <p:spPr>
            <a:xfrm>
              <a:off x="0" y="0"/>
              <a:ext cx="799211" cy="942975"/>
            </a:xfrm>
            <a:custGeom>
              <a:avLst/>
              <a:gdLst/>
              <a:ahLst/>
              <a:cxnLst/>
              <a:rect l="l" t="t" r="r" b="b"/>
              <a:pathLst>
                <a:path w="799211" h="942975">
                  <a:moveTo>
                    <a:pt x="0" y="0"/>
                  </a:moveTo>
                  <a:lnTo>
                    <a:pt x="799211" y="0"/>
                  </a:lnTo>
                  <a:lnTo>
                    <a:pt x="799211" y="942975"/>
                  </a:lnTo>
                  <a:lnTo>
                    <a:pt x="0" y="942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0154" r="-7834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2" name="Group 63">
            <a:extLst>
              <a:ext uri="{FF2B5EF4-FFF2-40B4-BE49-F238E27FC236}">
                <a16:creationId xmlns:a16="http://schemas.microsoft.com/office/drawing/2014/main" id="{5D03A01F-132D-499B-ACD4-104D57F469F5}"/>
              </a:ext>
            </a:extLst>
          </p:cNvPr>
          <p:cNvGrpSpPr>
            <a:grpSpLocks noChangeAspect="1"/>
          </p:cNvGrpSpPr>
          <p:nvPr/>
        </p:nvGrpSpPr>
        <p:grpSpPr>
          <a:xfrm>
            <a:off x="9200322" y="3339356"/>
            <a:ext cx="621707" cy="760558"/>
            <a:chOff x="-159987" y="-15420"/>
            <a:chExt cx="1012189" cy="1238250"/>
          </a:xfrm>
        </p:grpSpPr>
        <p:sp>
          <p:nvSpPr>
            <p:cNvPr id="363" name="Freeform 64">
              <a:extLst>
                <a:ext uri="{FF2B5EF4-FFF2-40B4-BE49-F238E27FC236}">
                  <a16:creationId xmlns:a16="http://schemas.microsoft.com/office/drawing/2014/main" id="{87D36DB2-B910-42B3-A7A9-E84A13BC06DE}"/>
                </a:ext>
              </a:extLst>
            </p:cNvPr>
            <p:cNvSpPr/>
            <p:nvPr/>
          </p:nvSpPr>
          <p:spPr>
            <a:xfrm>
              <a:off x="-159987" y="-15420"/>
              <a:ext cx="1012189" cy="1238250"/>
            </a:xfrm>
            <a:custGeom>
              <a:avLst/>
              <a:gdLst/>
              <a:ahLst/>
              <a:cxnLst/>
              <a:rect l="l" t="t" r="r" b="b"/>
              <a:pathLst>
                <a:path w="1012190" h="1238250">
                  <a:moveTo>
                    <a:pt x="0" y="0"/>
                  </a:moveTo>
                  <a:lnTo>
                    <a:pt x="1012190" y="0"/>
                  </a:lnTo>
                  <a:lnTo>
                    <a:pt x="101219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3729" r="-24100" b="1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4" name="Group 79">
            <a:extLst>
              <a:ext uri="{FF2B5EF4-FFF2-40B4-BE49-F238E27FC236}">
                <a16:creationId xmlns:a16="http://schemas.microsoft.com/office/drawing/2014/main" id="{4E7823E7-A4A6-4087-8CEF-56323ACAA656}"/>
              </a:ext>
            </a:extLst>
          </p:cNvPr>
          <p:cNvGrpSpPr>
            <a:grpSpLocks noChangeAspect="1"/>
          </p:cNvGrpSpPr>
          <p:nvPr/>
        </p:nvGrpSpPr>
        <p:grpSpPr>
          <a:xfrm>
            <a:off x="9336900" y="4398145"/>
            <a:ext cx="496015" cy="474947"/>
            <a:chOff x="0" y="0"/>
            <a:chExt cx="1230806" cy="1178526"/>
          </a:xfrm>
        </p:grpSpPr>
        <p:sp>
          <p:nvSpPr>
            <p:cNvPr id="365" name="Freeform 80" descr="Pharmaceuticals Generic color lineal-color icon | Freepik">
              <a:extLst>
                <a:ext uri="{FF2B5EF4-FFF2-40B4-BE49-F238E27FC236}">
                  <a16:creationId xmlns:a16="http://schemas.microsoft.com/office/drawing/2014/main" id="{4DB65BC3-454E-4EC9-9D03-62886F7E5ED9}"/>
                </a:ext>
              </a:extLst>
            </p:cNvPr>
            <p:cNvSpPr/>
            <p:nvPr/>
          </p:nvSpPr>
          <p:spPr>
            <a:xfrm>
              <a:off x="0" y="0"/>
              <a:ext cx="1230757" cy="1178560"/>
            </a:xfrm>
            <a:custGeom>
              <a:avLst/>
              <a:gdLst/>
              <a:ahLst/>
              <a:cxnLst/>
              <a:rect l="l" t="t" r="r" b="b"/>
              <a:pathLst>
                <a:path w="1230757" h="1178560">
                  <a:moveTo>
                    <a:pt x="0" y="0"/>
                  </a:moveTo>
                  <a:lnTo>
                    <a:pt x="1230757" y="0"/>
                  </a:lnTo>
                  <a:lnTo>
                    <a:pt x="1230757" y="1178560"/>
                  </a:lnTo>
                  <a:lnTo>
                    <a:pt x="0" y="117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3" b="-4433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D30AFD77-97B7-4F6D-8CF2-F51A988AA51E}"/>
              </a:ext>
            </a:extLst>
          </p:cNvPr>
          <p:cNvGrpSpPr/>
          <p:nvPr/>
        </p:nvGrpSpPr>
        <p:grpSpPr>
          <a:xfrm>
            <a:off x="1624150" y="3543449"/>
            <a:ext cx="450784" cy="1458930"/>
            <a:chOff x="2083022" y="4486122"/>
            <a:chExt cx="643712" cy="2134038"/>
          </a:xfrm>
        </p:grpSpPr>
        <p:grpSp>
          <p:nvGrpSpPr>
            <p:cNvPr id="371" name="Group 21">
              <a:extLst>
                <a:ext uri="{FF2B5EF4-FFF2-40B4-BE49-F238E27FC236}">
                  <a16:creationId xmlns:a16="http://schemas.microsoft.com/office/drawing/2014/main" id="{7EDD1ABC-EE29-4368-B21F-CC448F8D8E4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93695" y="4486122"/>
              <a:ext cx="633039" cy="633039"/>
              <a:chOff x="0" y="0"/>
              <a:chExt cx="844053" cy="844052"/>
            </a:xfrm>
          </p:grpSpPr>
          <p:sp>
            <p:nvSpPr>
              <p:cNvPr id="376" name="Freeform 22" descr="Hospital - Free buildings icons">
                <a:extLst>
                  <a:ext uri="{FF2B5EF4-FFF2-40B4-BE49-F238E27FC236}">
                    <a16:creationId xmlns:a16="http://schemas.microsoft.com/office/drawing/2014/main" id="{C6628DAC-D856-4F9B-B7B3-EFDFC3696B97}"/>
                  </a:ext>
                </a:extLst>
              </p:cNvPr>
              <p:cNvSpPr/>
              <p:nvPr/>
            </p:nvSpPr>
            <p:spPr>
              <a:xfrm>
                <a:off x="0" y="0"/>
                <a:ext cx="844042" cy="844042"/>
              </a:xfrm>
              <a:custGeom>
                <a:avLst/>
                <a:gdLst/>
                <a:ahLst/>
                <a:cxnLst/>
                <a:rect l="l" t="t" r="r" b="b"/>
                <a:pathLst>
                  <a:path w="844042" h="844042">
                    <a:moveTo>
                      <a:pt x="0" y="0"/>
                    </a:moveTo>
                    <a:lnTo>
                      <a:pt x="844042" y="0"/>
                    </a:lnTo>
                    <a:lnTo>
                      <a:pt x="844042" y="844042"/>
                    </a:lnTo>
                    <a:lnTo>
                      <a:pt x="0" y="84404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r="-1" b="-1"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72" name="Group 23">
              <a:extLst>
                <a:ext uri="{FF2B5EF4-FFF2-40B4-BE49-F238E27FC236}">
                  <a16:creationId xmlns:a16="http://schemas.microsoft.com/office/drawing/2014/main" id="{75840B62-B884-42A6-8B0C-4F78A6BBC9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3022" y="5235650"/>
              <a:ext cx="633040" cy="633039"/>
              <a:chOff x="0" y="0"/>
              <a:chExt cx="844054" cy="844052"/>
            </a:xfrm>
          </p:grpSpPr>
          <p:sp>
            <p:nvSpPr>
              <p:cNvPr id="375" name="Freeform 24" descr="Blood test Pixelmeetup Lineal Color icon | Freepik">
                <a:extLst>
                  <a:ext uri="{FF2B5EF4-FFF2-40B4-BE49-F238E27FC236}">
                    <a16:creationId xmlns:a16="http://schemas.microsoft.com/office/drawing/2014/main" id="{1A73262D-AF4D-47BD-824D-6A8D5D2A5F13}"/>
                  </a:ext>
                </a:extLst>
              </p:cNvPr>
              <p:cNvSpPr/>
              <p:nvPr/>
            </p:nvSpPr>
            <p:spPr>
              <a:xfrm>
                <a:off x="0" y="0"/>
                <a:ext cx="844042" cy="844042"/>
              </a:xfrm>
              <a:custGeom>
                <a:avLst/>
                <a:gdLst/>
                <a:ahLst/>
                <a:cxnLst/>
                <a:rect l="l" t="t" r="r" b="b"/>
                <a:pathLst>
                  <a:path w="844042" h="844042">
                    <a:moveTo>
                      <a:pt x="0" y="0"/>
                    </a:moveTo>
                    <a:lnTo>
                      <a:pt x="844042" y="0"/>
                    </a:lnTo>
                    <a:lnTo>
                      <a:pt x="844042" y="844042"/>
                    </a:lnTo>
                    <a:lnTo>
                      <a:pt x="0" y="84404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r="-1" b="-1"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73" name="Group 25">
              <a:extLst>
                <a:ext uri="{FF2B5EF4-FFF2-40B4-BE49-F238E27FC236}">
                  <a16:creationId xmlns:a16="http://schemas.microsoft.com/office/drawing/2014/main" id="{DBFFFA00-6330-4558-9232-8C94C0E332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23127" y="6027745"/>
              <a:ext cx="592416" cy="592415"/>
              <a:chOff x="0" y="0"/>
              <a:chExt cx="789888" cy="789886"/>
            </a:xfrm>
          </p:grpSpPr>
          <p:sp>
            <p:nvSpPr>
              <p:cNvPr id="374" name="Freeform 26" descr="Pharmacy - Free architecture and city icons">
                <a:extLst>
                  <a:ext uri="{FF2B5EF4-FFF2-40B4-BE49-F238E27FC236}">
                    <a16:creationId xmlns:a16="http://schemas.microsoft.com/office/drawing/2014/main" id="{9069FB98-0636-4475-8533-4F7BE25C34DE}"/>
                  </a:ext>
                </a:extLst>
              </p:cNvPr>
              <p:cNvSpPr/>
              <p:nvPr/>
            </p:nvSpPr>
            <p:spPr>
              <a:xfrm>
                <a:off x="0" y="0"/>
                <a:ext cx="789940" cy="789940"/>
              </a:xfrm>
              <a:custGeom>
                <a:avLst/>
                <a:gdLst/>
                <a:ahLst/>
                <a:cxnLst/>
                <a:rect l="l" t="t" r="r" b="b"/>
                <a:pathLst>
                  <a:path w="789940" h="789940">
                    <a:moveTo>
                      <a:pt x="0" y="0"/>
                    </a:moveTo>
                    <a:lnTo>
                      <a:pt x="789940" y="0"/>
                    </a:lnTo>
                    <a:lnTo>
                      <a:pt x="789940" y="789940"/>
                    </a:lnTo>
                    <a:lnTo>
                      <a:pt x="0" y="7899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r="6" b="6"/>
                </a:stretch>
              </a:blip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7" name="Group 25">
            <a:extLst>
              <a:ext uri="{FF2B5EF4-FFF2-40B4-BE49-F238E27FC236}">
                <a16:creationId xmlns:a16="http://schemas.microsoft.com/office/drawing/2014/main" id="{D93813BC-A0B9-4EE7-AECB-CEA6DEE8023B}"/>
              </a:ext>
            </a:extLst>
          </p:cNvPr>
          <p:cNvGrpSpPr>
            <a:grpSpLocks noChangeAspect="1"/>
          </p:cNvGrpSpPr>
          <p:nvPr/>
        </p:nvGrpSpPr>
        <p:grpSpPr>
          <a:xfrm>
            <a:off x="2933223" y="5816014"/>
            <a:ext cx="542262" cy="542261"/>
            <a:chOff x="0" y="0"/>
            <a:chExt cx="789888" cy="789886"/>
          </a:xfrm>
        </p:grpSpPr>
        <p:sp>
          <p:nvSpPr>
            <p:cNvPr id="378" name="Freeform 26" descr="Pharmacy - Free architecture and city icons">
              <a:extLst>
                <a:ext uri="{FF2B5EF4-FFF2-40B4-BE49-F238E27FC236}">
                  <a16:creationId xmlns:a16="http://schemas.microsoft.com/office/drawing/2014/main" id="{EAEEE430-6537-45F8-8A77-BAF9A456D57F}"/>
                </a:ext>
              </a:extLst>
            </p:cNvPr>
            <p:cNvSpPr/>
            <p:nvPr/>
          </p:nvSpPr>
          <p:spPr>
            <a:xfrm>
              <a:off x="0" y="0"/>
              <a:ext cx="789940" cy="789940"/>
            </a:xfrm>
            <a:custGeom>
              <a:avLst/>
              <a:gdLst/>
              <a:ahLst/>
              <a:cxnLst/>
              <a:rect l="l" t="t" r="r" b="b"/>
              <a:pathLst>
                <a:path w="789940" h="789940">
                  <a:moveTo>
                    <a:pt x="0" y="0"/>
                  </a:moveTo>
                  <a:lnTo>
                    <a:pt x="789940" y="0"/>
                  </a:lnTo>
                  <a:lnTo>
                    <a:pt x="789940" y="789940"/>
                  </a:lnTo>
                  <a:lnTo>
                    <a:pt x="0" y="789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6" b="6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1C86DCAD-59CF-41A6-81A6-BBF190B4EF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37156" y="5799617"/>
            <a:ext cx="648043" cy="61387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CD48FEB-F2BE-D69D-2CB0-C17B096F71D4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8279" b="90850" l="9804" r="89706">
                        <a14:foregroundMark x1="40850" y1="90850" x2="40850" y2="90850"/>
                        <a14:foregroundMark x1="69608" y1="9368" x2="69608" y2="9368"/>
                        <a14:foregroundMark x1="65196" y1="8715" x2="65196" y2="8715"/>
                        <a14:foregroundMark x1="68791" y1="8279" x2="68791" y2="82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4300" y="3244417"/>
            <a:ext cx="997681" cy="74826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8986FCF-60D4-9E03-CB2D-EA810E6FCE28}"/>
              </a:ext>
            </a:extLst>
          </p:cNvPr>
          <p:cNvSpPr txBox="1"/>
          <p:nvPr/>
        </p:nvSpPr>
        <p:spPr>
          <a:xfrm>
            <a:off x="5341058" y="3275683"/>
            <a:ext cx="12315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Pakistan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 Information Exchange</a:t>
            </a:r>
          </a:p>
        </p:txBody>
      </p:sp>
    </p:spTree>
    <p:extLst>
      <p:ext uri="{BB962C8B-B14F-4D97-AF65-F5344CB8AC3E}">
        <p14:creationId xmlns:p14="http://schemas.microsoft.com/office/powerpoint/2010/main" val="1962585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Free Patient profile Icons in PNG &amp; SVG">
            <a:extLst>
              <a:ext uri="{FF2B5EF4-FFF2-40B4-BE49-F238E27FC236}">
                <a16:creationId xmlns:a16="http://schemas.microsoft.com/office/drawing/2014/main" id="{CD873435-4C81-3E6A-F91C-C25799170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859" y="2133580"/>
            <a:ext cx="492269" cy="51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CC708A07-0F0A-B23C-0A5B-B9320A61CC7C}"/>
              </a:ext>
            </a:extLst>
          </p:cNvPr>
          <p:cNvGrpSpPr/>
          <p:nvPr/>
        </p:nvGrpSpPr>
        <p:grpSpPr>
          <a:xfrm>
            <a:off x="1415156" y="3148767"/>
            <a:ext cx="636795" cy="877982"/>
            <a:chOff x="58466" y="1724839"/>
            <a:chExt cx="636795" cy="877982"/>
          </a:xfrm>
        </p:grpSpPr>
        <p:pic>
          <p:nvPicPr>
            <p:cNvPr id="1026" name="Picture 2" descr="Patient - Free user icons">
              <a:extLst>
                <a:ext uri="{FF2B5EF4-FFF2-40B4-BE49-F238E27FC236}">
                  <a16:creationId xmlns:a16="http://schemas.microsoft.com/office/drawing/2014/main" id="{36E09192-C496-AA7E-F466-65BCFE32D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66" y="1724839"/>
              <a:ext cx="636795" cy="672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DB0970-2036-8EE6-6240-7E6DF89A1C79}"/>
                </a:ext>
              </a:extLst>
            </p:cNvPr>
            <p:cNvSpPr txBox="1"/>
            <p:nvPr/>
          </p:nvSpPr>
          <p:spPr>
            <a:xfrm>
              <a:off x="169178" y="2418155"/>
              <a:ext cx="4558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b="1"/>
                <a:t>Patient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2102F4C-1151-214B-5FD9-EE8E52804D37}"/>
              </a:ext>
            </a:extLst>
          </p:cNvPr>
          <p:cNvSpPr txBox="1"/>
          <p:nvPr/>
        </p:nvSpPr>
        <p:spPr>
          <a:xfrm>
            <a:off x="2639804" y="2648643"/>
            <a:ext cx="106009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Anthropometric </a:t>
            </a:r>
            <a:br>
              <a:rPr lang="en-US" sz="1200" b="1"/>
            </a:br>
            <a:r>
              <a:rPr lang="en-US" sz="1200" b="1"/>
              <a:t>Profile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79396E6-48DC-46AD-46A9-02ACCF3B3BF5}"/>
              </a:ext>
            </a:extLst>
          </p:cNvPr>
          <p:cNvCxnSpPr>
            <a:cxnSpLocks/>
            <a:stCxn id="1082" idx="3"/>
            <a:endCxn id="1036" idx="1"/>
          </p:cNvCxnSpPr>
          <p:nvPr/>
        </p:nvCxnSpPr>
        <p:spPr>
          <a:xfrm>
            <a:off x="4483135" y="3498959"/>
            <a:ext cx="1260355" cy="1348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12,500+ Water Pollution Icon Stock Illustrations, Royalty-Free ...">
            <a:extLst>
              <a:ext uri="{FF2B5EF4-FFF2-40B4-BE49-F238E27FC236}">
                <a16:creationId xmlns:a16="http://schemas.microsoft.com/office/drawing/2014/main" id="{29E3078F-EC03-933C-E48D-C1566E4E41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2" t="17685" r="23689" b="15362"/>
          <a:stretch>
            <a:fillRect/>
          </a:stretch>
        </p:blipFill>
        <p:spPr bwMode="auto">
          <a:xfrm>
            <a:off x="5823849" y="1443474"/>
            <a:ext cx="321091" cy="41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5CB644-1DAB-0F12-F183-165E5F9666E8}"/>
              </a:ext>
            </a:extLst>
          </p:cNvPr>
          <p:cNvSpPr txBox="1"/>
          <p:nvPr/>
        </p:nvSpPr>
        <p:spPr>
          <a:xfrm>
            <a:off x="5760235" y="1862497"/>
            <a:ext cx="3903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Water</a:t>
            </a:r>
          </a:p>
        </p:txBody>
      </p:sp>
      <p:pic>
        <p:nvPicPr>
          <p:cNvPr id="1036" name="Picture 12" descr="Smartphone Special Flat icon | Freepik">
            <a:extLst>
              <a:ext uri="{FF2B5EF4-FFF2-40B4-BE49-F238E27FC236}">
                <a16:creationId xmlns:a16="http://schemas.microsoft.com/office/drawing/2014/main" id="{8B02D20A-F298-97B0-ABD0-061170818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0" r="24061"/>
          <a:stretch>
            <a:fillRect/>
          </a:stretch>
        </p:blipFill>
        <p:spPr bwMode="auto">
          <a:xfrm>
            <a:off x="5743490" y="2906023"/>
            <a:ext cx="588066" cy="118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60C487F-CA12-592E-BD35-F4EFBE8AA97B}"/>
              </a:ext>
            </a:extLst>
          </p:cNvPr>
          <p:cNvCxnSpPr>
            <a:cxnSpLocks/>
            <a:stCxn id="41" idx="2"/>
            <a:endCxn id="1036" idx="0"/>
          </p:cNvCxnSpPr>
          <p:nvPr/>
        </p:nvCxnSpPr>
        <p:spPr>
          <a:xfrm>
            <a:off x="6027904" y="2387313"/>
            <a:ext cx="9619" cy="51871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DDEC88-8103-1611-7D08-EAEC58ABEED3}"/>
              </a:ext>
            </a:extLst>
          </p:cNvPr>
          <p:cNvSpPr txBox="1"/>
          <p:nvPr/>
        </p:nvSpPr>
        <p:spPr>
          <a:xfrm>
            <a:off x="5795680" y="668401"/>
            <a:ext cx="2164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API</a:t>
            </a:r>
          </a:p>
        </p:txBody>
      </p:sp>
      <p:pic>
        <p:nvPicPr>
          <p:cNvPr id="1038" name="Picture 14" descr="Gis - Free files and folders icons">
            <a:extLst>
              <a:ext uri="{FF2B5EF4-FFF2-40B4-BE49-F238E27FC236}">
                <a16:creationId xmlns:a16="http://schemas.microsoft.com/office/drawing/2014/main" id="{8822929A-4A97-8AF6-F3F5-BA56C38FC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552" y="1405944"/>
            <a:ext cx="454275" cy="47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7BEB2E1-20C7-7934-8E07-C84013150D85}"/>
              </a:ext>
            </a:extLst>
          </p:cNvPr>
          <p:cNvSpPr txBox="1"/>
          <p:nvPr/>
        </p:nvSpPr>
        <p:spPr>
          <a:xfrm>
            <a:off x="6235533" y="1862497"/>
            <a:ext cx="5443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Location</a:t>
            </a:r>
          </a:p>
        </p:txBody>
      </p:sp>
      <p:pic>
        <p:nvPicPr>
          <p:cNvPr id="1030" name="Picture 6" descr="35+ Thousand Air Quality Vector Royalty-Free Images, Stock Photos &amp;  Pictures | Shutterstock">
            <a:extLst>
              <a:ext uri="{FF2B5EF4-FFF2-40B4-BE49-F238E27FC236}">
                <a16:creationId xmlns:a16="http://schemas.microsoft.com/office/drawing/2014/main" id="{172A648D-9BE2-F355-895F-D11C04E90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4" b="6465"/>
          <a:stretch>
            <a:fillRect/>
          </a:stretch>
        </p:blipFill>
        <p:spPr bwMode="auto">
          <a:xfrm>
            <a:off x="5336049" y="1370329"/>
            <a:ext cx="470546" cy="51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3212FA-036B-0BDF-0FF8-745E96282BFB}"/>
              </a:ext>
            </a:extLst>
          </p:cNvPr>
          <p:cNvSpPr txBox="1"/>
          <p:nvPr/>
        </p:nvSpPr>
        <p:spPr>
          <a:xfrm>
            <a:off x="5434006" y="1862497"/>
            <a:ext cx="18594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Air</a:t>
            </a:r>
          </a:p>
        </p:txBody>
      </p:sp>
      <p:pic>
        <p:nvPicPr>
          <p:cNvPr id="1034" name="Picture 10" descr="Cloud - Free nature icons">
            <a:extLst>
              <a:ext uri="{FF2B5EF4-FFF2-40B4-BE49-F238E27FC236}">
                <a16:creationId xmlns:a16="http://schemas.microsoft.com/office/drawing/2014/main" id="{72603F3B-8545-FEF8-B772-98984C18C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7" b="9609"/>
          <a:stretch>
            <a:fillRect/>
          </a:stretch>
        </p:blipFill>
        <p:spPr bwMode="auto">
          <a:xfrm>
            <a:off x="5093624" y="789917"/>
            <a:ext cx="1929221" cy="1484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6EC36DD-5DC2-1265-C26B-5B1D2AE30ED6}"/>
              </a:ext>
            </a:extLst>
          </p:cNvPr>
          <p:cNvCxnSpPr>
            <a:cxnSpLocks/>
            <a:stCxn id="1026" idx="0"/>
            <a:endCxn id="1034" idx="1"/>
          </p:cNvCxnSpPr>
          <p:nvPr/>
        </p:nvCxnSpPr>
        <p:spPr>
          <a:xfrm rot="5400000" flipH="1" flipV="1">
            <a:off x="2605168" y="660311"/>
            <a:ext cx="1616843" cy="3360070"/>
          </a:xfrm>
          <a:prstGeom prst="bentConnector2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A1C84B9-3396-2EA3-A78C-91B4DCED3ED3}"/>
              </a:ext>
            </a:extLst>
          </p:cNvPr>
          <p:cNvCxnSpPr>
            <a:cxnSpLocks/>
          </p:cNvCxnSpPr>
          <p:nvPr/>
        </p:nvCxnSpPr>
        <p:spPr>
          <a:xfrm>
            <a:off x="1966226" y="3522980"/>
            <a:ext cx="612931" cy="4554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1182DB6-2771-E796-9CC1-B7E692E8C955}"/>
              </a:ext>
            </a:extLst>
          </p:cNvPr>
          <p:cNvSpPr txBox="1"/>
          <p:nvPr/>
        </p:nvSpPr>
        <p:spPr>
          <a:xfrm>
            <a:off x="5279974" y="2202647"/>
            <a:ext cx="14958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3</a:t>
            </a:r>
            <a:r>
              <a:rPr lang="en-US" sz="1200" b="1" baseline="30000"/>
              <a:t>rd</a:t>
            </a:r>
            <a:r>
              <a:rPr lang="en-US" sz="1200" b="1"/>
              <a:t> Party Cloud Services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C8B5FCFE-CE25-9D95-CC53-ACACF8FA265A}"/>
              </a:ext>
            </a:extLst>
          </p:cNvPr>
          <p:cNvCxnSpPr>
            <a:cxnSpLocks/>
            <a:stCxn id="1036" idx="2"/>
            <a:endCxn id="55" idx="0"/>
          </p:cNvCxnSpPr>
          <p:nvPr/>
        </p:nvCxnSpPr>
        <p:spPr>
          <a:xfrm>
            <a:off x="6037523" y="4094591"/>
            <a:ext cx="2284" cy="546702"/>
          </a:xfrm>
          <a:prstGeom prst="straightConnector1">
            <a:avLst/>
          </a:prstGeom>
          <a:ln w="19050">
            <a:solidFill>
              <a:srgbClr val="00206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Database - Free seo and web icons">
            <a:extLst>
              <a:ext uri="{FF2B5EF4-FFF2-40B4-BE49-F238E27FC236}">
                <a16:creationId xmlns:a16="http://schemas.microsoft.com/office/drawing/2014/main" id="{9AE608EE-5966-8B50-5471-F4E0291D0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832" y="4866725"/>
            <a:ext cx="285531" cy="30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 descr="Cloud - Free nature icons">
            <a:extLst>
              <a:ext uri="{FF2B5EF4-FFF2-40B4-BE49-F238E27FC236}">
                <a16:creationId xmlns:a16="http://schemas.microsoft.com/office/drawing/2014/main" id="{CD4CF9A6-25B1-BAC9-69F6-CA2836895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72" b="10132"/>
          <a:stretch>
            <a:fillRect/>
          </a:stretch>
        </p:blipFill>
        <p:spPr bwMode="auto">
          <a:xfrm>
            <a:off x="4915271" y="4730136"/>
            <a:ext cx="623176" cy="51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E767872-489F-5E2E-378C-5EE50E11316C}"/>
              </a:ext>
            </a:extLst>
          </p:cNvPr>
          <p:cNvSpPr txBox="1"/>
          <p:nvPr/>
        </p:nvSpPr>
        <p:spPr>
          <a:xfrm>
            <a:off x="4738602" y="5216924"/>
            <a:ext cx="10179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Empower Cloud</a:t>
            </a:r>
          </a:p>
        </p:txBody>
      </p:sp>
      <p:pic>
        <p:nvPicPr>
          <p:cNvPr id="1042" name="Picture 18" descr="AI - Free technology icons">
            <a:extLst>
              <a:ext uri="{FF2B5EF4-FFF2-40B4-BE49-F238E27FC236}">
                <a16:creationId xmlns:a16="http://schemas.microsoft.com/office/drawing/2014/main" id="{53E0B6C8-B470-AF3C-654E-5989998A6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616" y="4780685"/>
            <a:ext cx="382951" cy="40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84E54C38-CBFE-D2D5-EF15-A7B2AF0ADC8B}"/>
              </a:ext>
            </a:extLst>
          </p:cNvPr>
          <p:cNvCxnSpPr>
            <a:cxnSpLocks/>
            <a:stCxn id="40" idx="3"/>
            <a:endCxn id="1042" idx="1"/>
          </p:cNvCxnSpPr>
          <p:nvPr/>
        </p:nvCxnSpPr>
        <p:spPr>
          <a:xfrm flipV="1">
            <a:off x="5538447" y="4982815"/>
            <a:ext cx="322169" cy="3544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98AF143-A1F3-24BD-7CB3-EDD2E9337881}"/>
              </a:ext>
            </a:extLst>
          </p:cNvPr>
          <p:cNvSpPr txBox="1"/>
          <p:nvPr/>
        </p:nvSpPr>
        <p:spPr>
          <a:xfrm>
            <a:off x="5987480" y="5209658"/>
            <a:ext cx="1346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AI</a:t>
            </a:r>
          </a:p>
        </p:txBody>
      </p:sp>
      <p:cxnSp>
        <p:nvCxnSpPr>
          <p:cNvPr id="48" name="Connector: Elbow 42">
            <a:extLst>
              <a:ext uri="{FF2B5EF4-FFF2-40B4-BE49-F238E27FC236}">
                <a16:creationId xmlns:a16="http://schemas.microsoft.com/office/drawing/2014/main" id="{0B4ED9D6-0B4A-8FF7-6B70-195DB9BD733A}"/>
              </a:ext>
            </a:extLst>
          </p:cNvPr>
          <p:cNvCxnSpPr>
            <a:cxnSpLocks/>
            <a:stCxn id="1042" idx="3"/>
          </p:cNvCxnSpPr>
          <p:nvPr/>
        </p:nvCxnSpPr>
        <p:spPr>
          <a:xfrm>
            <a:off x="6243567" y="4982815"/>
            <a:ext cx="362542" cy="3544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Risk Management - Free business and finance icons">
            <a:extLst>
              <a:ext uri="{FF2B5EF4-FFF2-40B4-BE49-F238E27FC236}">
                <a16:creationId xmlns:a16="http://schemas.microsoft.com/office/drawing/2014/main" id="{292CA9D6-2FE7-58EA-0CE5-F0DA946EF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518" y="4660643"/>
            <a:ext cx="566536" cy="59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13FE34F-487C-48DE-2723-AA50FF06F5B9}"/>
              </a:ext>
            </a:extLst>
          </p:cNvPr>
          <p:cNvSpPr txBox="1"/>
          <p:nvPr/>
        </p:nvSpPr>
        <p:spPr>
          <a:xfrm>
            <a:off x="6391951" y="5238086"/>
            <a:ext cx="9504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Risk Prediction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0C41878-A55C-CB32-9E85-7B4CDA27FEA6}"/>
              </a:ext>
            </a:extLst>
          </p:cNvPr>
          <p:cNvSpPr/>
          <p:nvPr/>
        </p:nvSpPr>
        <p:spPr>
          <a:xfrm>
            <a:off x="4730291" y="4641293"/>
            <a:ext cx="2619031" cy="803964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FCA54D7-33DB-FF5D-E815-F951A0FCE6D9}"/>
              </a:ext>
            </a:extLst>
          </p:cNvPr>
          <p:cNvGrpSpPr/>
          <p:nvPr/>
        </p:nvGrpSpPr>
        <p:grpSpPr>
          <a:xfrm>
            <a:off x="7062953" y="2462899"/>
            <a:ext cx="664709" cy="747371"/>
            <a:chOff x="4087732" y="2455094"/>
            <a:chExt cx="884728" cy="1203649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E8C2C6-626F-B807-FF17-611CDFDA7FE3}"/>
                </a:ext>
              </a:extLst>
            </p:cNvPr>
            <p:cNvSpPr txBox="1"/>
            <p:nvPr/>
          </p:nvSpPr>
          <p:spPr>
            <a:xfrm>
              <a:off x="4366490" y="3474077"/>
              <a:ext cx="27251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b="1"/>
                <a:t>OCR</a:t>
              </a:r>
            </a:p>
          </p:txBody>
        </p:sp>
        <p:pic>
          <p:nvPicPr>
            <p:cNvPr id="1046" name="Picture 22" descr="OCR Vector Icons free download in SVG, PNG Format">
              <a:extLst>
                <a:ext uri="{FF2B5EF4-FFF2-40B4-BE49-F238E27FC236}">
                  <a16:creationId xmlns:a16="http://schemas.microsoft.com/office/drawing/2014/main" id="{8F382003-CBBC-DAB1-0466-55EAEC6741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08" t="26844" r="30283" b="26929"/>
            <a:stretch>
              <a:fillRect/>
            </a:stretch>
          </p:blipFill>
          <p:spPr bwMode="auto">
            <a:xfrm>
              <a:off x="4087732" y="2455094"/>
              <a:ext cx="884728" cy="1029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8" name="Picture 24" descr="Biology, lab, laboratory, medical, research, test, tube icon - Download on  Iconfinder">
            <a:extLst>
              <a:ext uri="{FF2B5EF4-FFF2-40B4-BE49-F238E27FC236}">
                <a16:creationId xmlns:a16="http://schemas.microsoft.com/office/drawing/2014/main" id="{F78AE4AA-D2F2-20C3-1535-04645F1A3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078" y="3524593"/>
            <a:ext cx="524827" cy="52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21680B0E-DC66-0E10-79ED-C92697449ECC}"/>
              </a:ext>
            </a:extLst>
          </p:cNvPr>
          <p:cNvSpPr txBox="1"/>
          <p:nvPr/>
        </p:nvSpPr>
        <p:spPr>
          <a:xfrm>
            <a:off x="8968039" y="4052634"/>
            <a:ext cx="72763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>
                <a:solidFill>
                  <a:srgbClr val="0070C0"/>
                </a:solidFill>
              </a:rPr>
              <a:t>Diagnostics</a:t>
            </a:r>
          </a:p>
        </p:txBody>
      </p:sp>
      <p:pic>
        <p:nvPicPr>
          <p:cNvPr id="1050" name="Picture 26" descr="Pharmacy - Free architecture and city icons">
            <a:extLst>
              <a:ext uri="{FF2B5EF4-FFF2-40B4-BE49-F238E27FC236}">
                <a16:creationId xmlns:a16="http://schemas.microsoft.com/office/drawing/2014/main" id="{F9E4F3CB-68F5-14BB-57DE-A8CDDBF66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093" y="4302331"/>
            <a:ext cx="559529" cy="55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Hospital - Free medical icons">
            <a:extLst>
              <a:ext uri="{FF2B5EF4-FFF2-40B4-BE49-F238E27FC236}">
                <a16:creationId xmlns:a16="http://schemas.microsoft.com/office/drawing/2014/main" id="{BFDA2144-464B-998E-813B-DC89D6706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207" y="1905585"/>
            <a:ext cx="602995" cy="60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B6D73FE7-3D72-40C0-1664-E59FD38D9930}"/>
              </a:ext>
            </a:extLst>
          </p:cNvPr>
          <p:cNvSpPr txBox="1"/>
          <p:nvPr/>
        </p:nvSpPr>
        <p:spPr>
          <a:xfrm>
            <a:off x="9067367" y="2474887"/>
            <a:ext cx="52911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>
                <a:solidFill>
                  <a:srgbClr val="FF5050"/>
                </a:solidFill>
              </a:rPr>
              <a:t>Hospital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3FC9D8BA-34CA-6856-531E-841644FFC807}"/>
              </a:ext>
            </a:extLst>
          </p:cNvPr>
          <p:cNvSpPr txBox="1"/>
          <p:nvPr/>
        </p:nvSpPr>
        <p:spPr>
          <a:xfrm>
            <a:off x="9023908" y="4844049"/>
            <a:ext cx="6315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>
                <a:solidFill>
                  <a:srgbClr val="0070C0"/>
                </a:solidFill>
              </a:rPr>
              <a:t>Pharmacy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082834E-4121-F8E0-69CF-C0A97319CE26}"/>
              </a:ext>
            </a:extLst>
          </p:cNvPr>
          <p:cNvSpPr txBox="1"/>
          <p:nvPr/>
        </p:nvSpPr>
        <p:spPr>
          <a:xfrm>
            <a:off x="8507320" y="2084177"/>
            <a:ext cx="43120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02060"/>
                </a:solidFill>
              </a:rPr>
              <a:t>Clinical </a:t>
            </a:r>
            <a:br>
              <a:rPr lang="en-US" sz="1000" b="1">
                <a:solidFill>
                  <a:srgbClr val="002060"/>
                </a:solidFill>
              </a:rPr>
            </a:br>
            <a:r>
              <a:rPr lang="en-US" sz="1000" b="1">
                <a:solidFill>
                  <a:srgbClr val="002060"/>
                </a:solidFill>
              </a:rPr>
              <a:t>Notes </a:t>
            </a:r>
            <a:br>
              <a:rPr lang="en-US" sz="1000" b="1">
                <a:solidFill>
                  <a:srgbClr val="002060"/>
                </a:solidFill>
              </a:rPr>
            </a:br>
            <a:r>
              <a:rPr lang="en-US" sz="1000" b="1">
                <a:solidFill>
                  <a:srgbClr val="002060"/>
                </a:solidFill>
              </a:rPr>
              <a:t>(ICD-10)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65506217-FA78-48ED-A54C-B72A319E2593}"/>
              </a:ext>
            </a:extLst>
          </p:cNvPr>
          <p:cNvSpPr txBox="1"/>
          <p:nvPr/>
        </p:nvSpPr>
        <p:spPr>
          <a:xfrm>
            <a:off x="8519831" y="3724060"/>
            <a:ext cx="34785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02060"/>
                </a:solidFill>
              </a:rPr>
              <a:t>Lab </a:t>
            </a:r>
            <a:br>
              <a:rPr lang="en-US" sz="900" b="1">
                <a:solidFill>
                  <a:srgbClr val="002060"/>
                </a:solidFill>
              </a:rPr>
            </a:br>
            <a:r>
              <a:rPr lang="en-US" sz="900" b="1">
                <a:solidFill>
                  <a:srgbClr val="002060"/>
                </a:solidFill>
              </a:rPr>
              <a:t>Results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8D9A0E53-D3D3-E9B0-760F-24F93683019A}"/>
              </a:ext>
            </a:extLst>
          </p:cNvPr>
          <p:cNvSpPr txBox="1"/>
          <p:nvPr/>
        </p:nvSpPr>
        <p:spPr>
          <a:xfrm>
            <a:off x="8512389" y="449947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02060"/>
                </a:solidFill>
              </a:rPr>
              <a:t>Medicine </a:t>
            </a:r>
          </a:p>
          <a:p>
            <a:pPr algn="ctr"/>
            <a:r>
              <a:rPr lang="en-US" sz="900" b="1">
                <a:solidFill>
                  <a:srgbClr val="002060"/>
                </a:solidFill>
              </a:rPr>
              <a:t>Receipts</a:t>
            </a:r>
          </a:p>
        </p:txBody>
      </p:sp>
      <p:cxnSp>
        <p:nvCxnSpPr>
          <p:cNvPr id="1056" name="Connector: Elbow 1055">
            <a:extLst>
              <a:ext uri="{FF2B5EF4-FFF2-40B4-BE49-F238E27FC236}">
                <a16:creationId xmlns:a16="http://schemas.microsoft.com/office/drawing/2014/main" id="{4AA2CB98-235C-2497-AF42-CA2069DA5655}"/>
              </a:ext>
            </a:extLst>
          </p:cNvPr>
          <p:cNvCxnSpPr>
            <a:cxnSpLocks/>
            <a:stCxn id="9" idx="1"/>
            <a:endCxn id="1036" idx="3"/>
          </p:cNvCxnSpPr>
          <p:nvPr/>
        </p:nvCxnSpPr>
        <p:spPr>
          <a:xfrm flipH="1">
            <a:off x="6331556" y="3491098"/>
            <a:ext cx="502941" cy="920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49C87AFE-1234-D536-5243-326B4D7CBC4C}"/>
              </a:ext>
            </a:extLst>
          </p:cNvPr>
          <p:cNvSpPr/>
          <p:nvPr/>
        </p:nvSpPr>
        <p:spPr>
          <a:xfrm>
            <a:off x="8420296" y="1891112"/>
            <a:ext cx="2727419" cy="3214642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069" name="Picture 30" descr="Vaccination - Free healthcare and medical icons">
            <a:extLst>
              <a:ext uri="{FF2B5EF4-FFF2-40B4-BE49-F238E27FC236}">
                <a16:creationId xmlns:a16="http://schemas.microsoft.com/office/drawing/2014/main" id="{F34B1114-55FC-6029-675F-F3C9B93CC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8677" y="2934424"/>
            <a:ext cx="561975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0" name="TextBox 1069">
            <a:extLst>
              <a:ext uri="{FF2B5EF4-FFF2-40B4-BE49-F238E27FC236}">
                <a16:creationId xmlns:a16="http://schemas.microsoft.com/office/drawing/2014/main" id="{E129340D-AC85-2DF1-7F4F-218B3B57DB24}"/>
              </a:ext>
            </a:extLst>
          </p:cNvPr>
          <p:cNvSpPr txBox="1"/>
          <p:nvPr/>
        </p:nvSpPr>
        <p:spPr>
          <a:xfrm>
            <a:off x="10263153" y="3520336"/>
            <a:ext cx="77559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0070C0"/>
                </a:solidFill>
              </a:rPr>
              <a:t>Vaccination 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EF32301-9653-9CCD-E471-A20B5D68B745}"/>
              </a:ext>
            </a:extLst>
          </p:cNvPr>
          <p:cNvSpPr txBox="1"/>
          <p:nvPr/>
        </p:nvSpPr>
        <p:spPr>
          <a:xfrm>
            <a:off x="3700367" y="3864501"/>
            <a:ext cx="62356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Nutrition 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48860EC9-26FA-CE07-94EF-AF22B2E8C937}"/>
              </a:ext>
            </a:extLst>
          </p:cNvPr>
          <p:cNvSpPr txBox="1"/>
          <p:nvPr/>
        </p:nvSpPr>
        <p:spPr>
          <a:xfrm>
            <a:off x="2709627" y="4675067"/>
            <a:ext cx="90191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Home Testing 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B564E693-EC95-5705-0117-FA2430CB730A}"/>
              </a:ext>
            </a:extLst>
          </p:cNvPr>
          <p:cNvSpPr txBox="1"/>
          <p:nvPr/>
        </p:nvSpPr>
        <p:spPr>
          <a:xfrm>
            <a:off x="2892238" y="3844730"/>
            <a:ext cx="56775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/>
              <a:t>Exercise</a:t>
            </a:r>
          </a:p>
        </p:txBody>
      </p:sp>
      <p:pic>
        <p:nvPicPr>
          <p:cNvPr id="1079" name="Picture 32">
            <a:extLst>
              <a:ext uri="{FF2B5EF4-FFF2-40B4-BE49-F238E27FC236}">
                <a16:creationId xmlns:a16="http://schemas.microsoft.com/office/drawing/2014/main" id="{38A6B714-16EB-9BB7-E884-6D79A811B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91" y="3220268"/>
            <a:ext cx="634046" cy="63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34" descr="130+ Blood Test At Home Stock Illustrations, Royalty-Free Vector Graphics &amp;  Clip Art - iStock">
            <a:extLst>
              <a:ext uri="{FF2B5EF4-FFF2-40B4-BE49-F238E27FC236}">
                <a16:creationId xmlns:a16="http://schemas.microsoft.com/office/drawing/2014/main" id="{50396078-CFD4-3587-C807-F193D1D40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454" y="4156405"/>
            <a:ext cx="522258" cy="52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Picture 36" descr="Nutrition plan - Free food icons">
            <a:extLst>
              <a:ext uri="{FF2B5EF4-FFF2-40B4-BE49-F238E27FC236}">
                <a16:creationId xmlns:a16="http://schemas.microsoft.com/office/drawing/2014/main" id="{8357A310-372A-7F80-004A-C9036B3C2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566" y="3304808"/>
            <a:ext cx="549171" cy="5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Rectangle 1081">
            <a:extLst>
              <a:ext uri="{FF2B5EF4-FFF2-40B4-BE49-F238E27FC236}">
                <a16:creationId xmlns:a16="http://schemas.microsoft.com/office/drawing/2014/main" id="{DC1307EF-5490-82B7-08D8-5E1D0D60A4B6}"/>
              </a:ext>
            </a:extLst>
          </p:cNvPr>
          <p:cNvSpPr/>
          <p:nvPr/>
        </p:nvSpPr>
        <p:spPr>
          <a:xfrm>
            <a:off x="2588682" y="1978376"/>
            <a:ext cx="1894453" cy="3041165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08BECB93-A9E0-6A57-3DAB-4FD0EC048074}"/>
              </a:ext>
            </a:extLst>
          </p:cNvPr>
          <p:cNvSpPr txBox="1"/>
          <p:nvPr/>
        </p:nvSpPr>
        <p:spPr>
          <a:xfrm>
            <a:off x="2827449" y="1759319"/>
            <a:ext cx="154850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dirty="0"/>
              <a:t>Patient Data Entry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4600D750-56A4-0C26-9D3F-FDF199964AB8}"/>
              </a:ext>
            </a:extLst>
          </p:cNvPr>
          <p:cNvSpPr txBox="1"/>
          <p:nvPr/>
        </p:nvSpPr>
        <p:spPr>
          <a:xfrm>
            <a:off x="10348066" y="4206038"/>
            <a:ext cx="6201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</a:rPr>
              <a:t>Insurance</a:t>
            </a:r>
          </a:p>
        </p:txBody>
      </p:sp>
      <p:pic>
        <p:nvPicPr>
          <p:cNvPr id="1091" name="Picture 38" descr="Health insurance - Free medical icons">
            <a:extLst>
              <a:ext uri="{FF2B5EF4-FFF2-40B4-BE49-F238E27FC236}">
                <a16:creationId xmlns:a16="http://schemas.microsoft.com/office/drawing/2014/main" id="{C4D2631B-308C-35AF-B7E8-FFD3ACB9E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636" y="3746224"/>
            <a:ext cx="473624" cy="47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0" name="TextBox 1099">
            <a:extLst>
              <a:ext uri="{FF2B5EF4-FFF2-40B4-BE49-F238E27FC236}">
                <a16:creationId xmlns:a16="http://schemas.microsoft.com/office/drawing/2014/main" id="{02E6D371-01B5-8DCD-3C60-5553F755A043}"/>
              </a:ext>
            </a:extLst>
          </p:cNvPr>
          <p:cNvSpPr txBox="1"/>
          <p:nvPr/>
        </p:nvSpPr>
        <p:spPr>
          <a:xfrm>
            <a:off x="9867359" y="3118477"/>
            <a:ext cx="37670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02060"/>
                </a:solidFill>
              </a:rPr>
              <a:t>Vaccine</a:t>
            </a:r>
          </a:p>
          <a:p>
            <a:pPr algn="ctr"/>
            <a:r>
              <a:rPr lang="en-US" sz="900" b="1">
                <a:solidFill>
                  <a:srgbClr val="002060"/>
                </a:solidFill>
              </a:rPr>
              <a:t>Reports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A25081-4C90-D0C3-7858-AF9625DCCDD5}"/>
              </a:ext>
            </a:extLst>
          </p:cNvPr>
          <p:cNvSpPr txBox="1"/>
          <p:nvPr/>
        </p:nvSpPr>
        <p:spPr>
          <a:xfrm>
            <a:off x="9636315" y="3918230"/>
            <a:ext cx="8550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002060"/>
                </a:solidFill>
              </a:rPr>
              <a:t>Claims &amp;</a:t>
            </a:r>
          </a:p>
          <a:p>
            <a:pPr algn="ctr"/>
            <a:r>
              <a:rPr lang="en-US" sz="900" b="1">
                <a:solidFill>
                  <a:srgbClr val="002060"/>
                </a:solidFill>
              </a:rPr>
              <a:t>Approvals</a:t>
            </a:r>
          </a:p>
        </p:txBody>
      </p:sp>
      <p:cxnSp>
        <p:nvCxnSpPr>
          <p:cNvPr id="1105" name="Connector: Elbow 1104">
            <a:extLst>
              <a:ext uri="{FF2B5EF4-FFF2-40B4-BE49-F238E27FC236}">
                <a16:creationId xmlns:a16="http://schemas.microsoft.com/office/drawing/2014/main" id="{07C40C10-E067-92EB-13A2-0AB8D51059B5}"/>
              </a:ext>
            </a:extLst>
          </p:cNvPr>
          <p:cNvCxnSpPr>
            <a:cxnSpLocks/>
            <a:stCxn id="1060" idx="1"/>
            <a:endCxn id="9" idx="3"/>
          </p:cNvCxnSpPr>
          <p:nvPr/>
        </p:nvCxnSpPr>
        <p:spPr>
          <a:xfrm flipH="1" flipV="1">
            <a:off x="7941409" y="3491098"/>
            <a:ext cx="478887" cy="7335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8" name="Picture 40" descr="Wearable technology - Free electronics icons">
            <a:extLst>
              <a:ext uri="{FF2B5EF4-FFF2-40B4-BE49-F238E27FC236}">
                <a16:creationId xmlns:a16="http://schemas.microsoft.com/office/drawing/2014/main" id="{3C83DB30-978F-22A6-B3F6-EA1C5C8B0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316" y="4213281"/>
            <a:ext cx="482734" cy="48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9" name="TextBox 1108">
            <a:extLst>
              <a:ext uri="{FF2B5EF4-FFF2-40B4-BE49-F238E27FC236}">
                <a16:creationId xmlns:a16="http://schemas.microsoft.com/office/drawing/2014/main" id="{2655E064-A92A-FF1B-D59E-93896A3055DA}"/>
              </a:ext>
            </a:extLst>
          </p:cNvPr>
          <p:cNvSpPr txBox="1"/>
          <p:nvPr/>
        </p:nvSpPr>
        <p:spPr>
          <a:xfrm>
            <a:off x="3601700" y="4706515"/>
            <a:ext cx="76726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/>
              <a:t>Wearables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71C8AFB3-8204-D444-9C08-0EB4D2EEE5CE}"/>
              </a:ext>
            </a:extLst>
          </p:cNvPr>
          <p:cNvSpPr txBox="1"/>
          <p:nvPr/>
        </p:nvSpPr>
        <p:spPr>
          <a:xfrm>
            <a:off x="9009584" y="3265513"/>
            <a:ext cx="66640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>
                <a:solidFill>
                  <a:srgbClr val="FF5050"/>
                </a:solidFill>
              </a:rPr>
              <a:t>Telehealth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A971DBD7-63AA-7F40-AAC9-95E39AABCE00}"/>
              </a:ext>
            </a:extLst>
          </p:cNvPr>
          <p:cNvSpPr txBox="1"/>
          <p:nvPr/>
        </p:nvSpPr>
        <p:spPr>
          <a:xfrm>
            <a:off x="8445868" y="2955321"/>
            <a:ext cx="5450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02060"/>
                </a:solidFill>
              </a:rPr>
              <a:t>Virtual </a:t>
            </a:r>
            <a:br>
              <a:rPr lang="en-US" sz="1000" b="1">
                <a:solidFill>
                  <a:srgbClr val="002060"/>
                </a:solidFill>
              </a:rPr>
            </a:br>
            <a:r>
              <a:rPr lang="en-US" sz="1000" b="1">
                <a:solidFill>
                  <a:srgbClr val="002060"/>
                </a:solidFill>
              </a:rPr>
              <a:t>Encounter</a:t>
            </a:r>
          </a:p>
        </p:txBody>
      </p:sp>
      <p:pic>
        <p:nvPicPr>
          <p:cNvPr id="1114" name="Picture 42" descr="Telemedicine - Free communications icons">
            <a:extLst>
              <a:ext uri="{FF2B5EF4-FFF2-40B4-BE49-F238E27FC236}">
                <a16:creationId xmlns:a16="http://schemas.microsoft.com/office/drawing/2014/main" id="{5CF75AB7-0728-D6C6-B259-753F1EC98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7"/>
          <a:stretch>
            <a:fillRect/>
          </a:stretch>
        </p:blipFill>
        <p:spPr bwMode="auto">
          <a:xfrm>
            <a:off x="9061798" y="2765582"/>
            <a:ext cx="576307" cy="52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6" name="TextBox 1115">
            <a:extLst>
              <a:ext uri="{FF2B5EF4-FFF2-40B4-BE49-F238E27FC236}">
                <a16:creationId xmlns:a16="http://schemas.microsoft.com/office/drawing/2014/main" id="{F0AC0D5E-D9CB-728D-EA3B-E67A0BE73101}"/>
              </a:ext>
            </a:extLst>
          </p:cNvPr>
          <p:cNvSpPr txBox="1"/>
          <p:nvPr/>
        </p:nvSpPr>
        <p:spPr>
          <a:xfrm>
            <a:off x="4664421" y="2705550"/>
            <a:ext cx="12311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/>
              <a:t>Smart-on-FHIR App</a:t>
            </a:r>
          </a:p>
        </p:txBody>
      </p:sp>
      <p:pic>
        <p:nvPicPr>
          <p:cNvPr id="1119" name="Picture 44" descr="Emergency services - Free security icons">
            <a:extLst>
              <a:ext uri="{FF2B5EF4-FFF2-40B4-BE49-F238E27FC236}">
                <a16:creationId xmlns:a16="http://schemas.microsoft.com/office/drawing/2014/main" id="{61794825-8E48-DB76-7EE2-31452392B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68" y="1913888"/>
            <a:ext cx="529119" cy="52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61F206FC-BAF8-7C0C-F478-9AFE45B124CE}"/>
              </a:ext>
            </a:extLst>
          </p:cNvPr>
          <p:cNvSpPr txBox="1"/>
          <p:nvPr/>
        </p:nvSpPr>
        <p:spPr>
          <a:xfrm>
            <a:off x="10312276" y="2443117"/>
            <a:ext cx="74610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>
                <a:solidFill>
                  <a:srgbClr val="FF5050"/>
                </a:solidFill>
              </a:rPr>
              <a:t>Emergency </a:t>
            </a:r>
            <a:br>
              <a:rPr lang="en-US" sz="1200" b="1">
                <a:solidFill>
                  <a:srgbClr val="FF5050"/>
                </a:solidFill>
              </a:rPr>
            </a:br>
            <a:r>
              <a:rPr lang="en-US" sz="1200" b="1">
                <a:solidFill>
                  <a:srgbClr val="FF5050"/>
                </a:solidFill>
              </a:rPr>
              <a:t>Responders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9968BA-F754-2548-8141-4DA33C734316}"/>
              </a:ext>
            </a:extLst>
          </p:cNvPr>
          <p:cNvSpPr txBox="1"/>
          <p:nvPr/>
        </p:nvSpPr>
        <p:spPr>
          <a:xfrm>
            <a:off x="9922482" y="2031333"/>
            <a:ext cx="31419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002060"/>
                </a:solidFill>
              </a:rPr>
              <a:t>Alerts</a:t>
            </a:r>
          </a:p>
        </p:txBody>
      </p:sp>
      <p:pic>
        <p:nvPicPr>
          <p:cNvPr id="1124" name="Picture 46" descr="200+ Otc Medicine Icon Stock Illustrations, Royalty-Free Vector Graphics &amp;  Clip Art - iStock">
            <a:extLst>
              <a:ext uri="{FF2B5EF4-FFF2-40B4-BE49-F238E27FC236}">
                <a16:creationId xmlns:a16="http://schemas.microsoft.com/office/drawing/2014/main" id="{F1197A9A-E7C3-562A-183B-727FD7E8D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612" y="2027346"/>
            <a:ext cx="672227" cy="67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5" name="TextBox 1124">
            <a:extLst>
              <a:ext uri="{FF2B5EF4-FFF2-40B4-BE49-F238E27FC236}">
                <a16:creationId xmlns:a16="http://schemas.microsoft.com/office/drawing/2014/main" id="{116E13F2-E1E0-0632-C20F-EA1DDCEB4198}"/>
              </a:ext>
            </a:extLst>
          </p:cNvPr>
          <p:cNvSpPr txBox="1"/>
          <p:nvPr/>
        </p:nvSpPr>
        <p:spPr>
          <a:xfrm>
            <a:off x="3770631" y="2679222"/>
            <a:ext cx="65723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/>
              <a:t>Over-the-</a:t>
            </a:r>
          </a:p>
          <a:p>
            <a:pPr algn="ctr"/>
            <a:r>
              <a:rPr lang="en-US" sz="1200" b="1"/>
              <a:t>Counter </a:t>
            </a:r>
            <a:br>
              <a:rPr lang="en-US" sz="1200" b="1"/>
            </a:br>
            <a:r>
              <a:rPr lang="en-US" sz="1200" b="1"/>
              <a:t>Medicines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84CAD0D0-9368-2169-D86D-7827BAC6D070}"/>
              </a:ext>
            </a:extLst>
          </p:cNvPr>
          <p:cNvSpPr txBox="1"/>
          <p:nvPr/>
        </p:nvSpPr>
        <p:spPr>
          <a:xfrm>
            <a:off x="8961215" y="1616032"/>
            <a:ext cx="156863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/>
              <a:t>Medical Records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F1CC47D9-932A-593D-A984-56877DE24733}"/>
              </a:ext>
            </a:extLst>
          </p:cNvPr>
          <p:cNvSpPr txBox="1"/>
          <p:nvPr/>
        </p:nvSpPr>
        <p:spPr>
          <a:xfrm>
            <a:off x="5137417" y="5468155"/>
            <a:ext cx="182934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dirty="0"/>
              <a:t>Health Data Analytics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22A45-4302-78F8-6DAF-ECF9307B91B2}"/>
              </a:ext>
            </a:extLst>
          </p:cNvPr>
          <p:cNvSpPr txBox="1"/>
          <p:nvPr/>
        </p:nvSpPr>
        <p:spPr>
          <a:xfrm>
            <a:off x="6788172" y="3350377"/>
            <a:ext cx="12066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Multilingual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BE079-2288-9B57-AF0F-2B64B05E5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66" y="255895"/>
            <a:ext cx="3737435" cy="1143000"/>
          </a:xfrm>
        </p:spPr>
        <p:txBody>
          <a:bodyPr>
            <a:normAutofit/>
          </a:bodyPr>
          <a:lstStyle/>
          <a:p>
            <a:r>
              <a:rPr lang="en-US" dirty="0"/>
              <a:t>System Design</a:t>
            </a:r>
            <a:endParaRPr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714740-EADA-5ED6-C897-49618177642A}"/>
              </a:ext>
            </a:extLst>
          </p:cNvPr>
          <p:cNvGrpSpPr/>
          <p:nvPr/>
        </p:nvGrpSpPr>
        <p:grpSpPr>
          <a:xfrm>
            <a:off x="6810580" y="3688653"/>
            <a:ext cx="1209150" cy="829950"/>
            <a:chOff x="6810580" y="3593403"/>
            <a:chExt cx="1209150" cy="829950"/>
          </a:xfrm>
        </p:grpSpPr>
        <p:pic>
          <p:nvPicPr>
            <p:cNvPr id="6" name="Picture 5" descr="Voice command - Free electronics icons">
              <a:extLst>
                <a:ext uri="{FF2B5EF4-FFF2-40B4-BE49-F238E27FC236}">
                  <a16:creationId xmlns:a16="http://schemas.microsoft.com/office/drawing/2014/main" id="{C445EF23-F826-A22E-3422-5D38EDAB0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164669" y="3593403"/>
              <a:ext cx="474119" cy="58836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4EAD6B-CC82-1B27-9BFB-1F9E68F01677}"/>
                </a:ext>
              </a:extLst>
            </p:cNvPr>
            <p:cNvSpPr txBox="1"/>
            <p:nvPr/>
          </p:nvSpPr>
          <p:spPr>
            <a:xfrm>
              <a:off x="6810580" y="4146354"/>
              <a:ext cx="1209150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200" b="1" dirty="0">
                  <a:ea typeface="Calibri"/>
                  <a:cs typeface="Calibri"/>
                </a:rPr>
                <a:t>Speech To Text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7BBC8E8-B341-82F5-16E3-E65690E19B96}"/>
              </a:ext>
            </a:extLst>
          </p:cNvPr>
          <p:cNvSpPr/>
          <p:nvPr/>
        </p:nvSpPr>
        <p:spPr>
          <a:xfrm>
            <a:off x="6834497" y="2419551"/>
            <a:ext cx="1106912" cy="2143093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0" name="Connector: Elbow 51">
            <a:extLst>
              <a:ext uri="{FF2B5EF4-FFF2-40B4-BE49-F238E27FC236}">
                <a16:creationId xmlns:a16="http://schemas.microsoft.com/office/drawing/2014/main" id="{AC5004F5-27EB-E04F-0CE3-3D196651BE30}"/>
              </a:ext>
            </a:extLst>
          </p:cNvPr>
          <p:cNvCxnSpPr>
            <a:cxnSpLocks/>
            <a:stCxn id="1033" idx="0"/>
            <a:endCxn id="55" idx="3"/>
          </p:cNvCxnSpPr>
          <p:nvPr/>
        </p:nvCxnSpPr>
        <p:spPr>
          <a:xfrm flipH="1">
            <a:off x="7349322" y="2474887"/>
            <a:ext cx="1982605" cy="2568388"/>
          </a:xfrm>
          <a:prstGeom prst="straightConnector1">
            <a:avLst/>
          </a:prstGeom>
          <a:ln w="19050">
            <a:solidFill>
              <a:srgbClr val="00206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99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Smartphone Special Flat icon | Freepik">
            <a:extLst>
              <a:ext uri="{FF2B5EF4-FFF2-40B4-BE49-F238E27FC236}">
                <a16:creationId xmlns:a16="http://schemas.microsoft.com/office/drawing/2014/main" id="{02C4811E-4913-81DE-B360-BE4A681229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0" r="24061"/>
          <a:stretch>
            <a:fillRect/>
          </a:stretch>
        </p:blipFill>
        <p:spPr bwMode="auto">
          <a:xfrm>
            <a:off x="6024197" y="2608551"/>
            <a:ext cx="588066" cy="118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BF86C0-8A74-AB68-4756-245C593BC199}"/>
              </a:ext>
            </a:extLst>
          </p:cNvPr>
          <p:cNvSpPr txBox="1"/>
          <p:nvPr/>
        </p:nvSpPr>
        <p:spPr>
          <a:xfrm>
            <a:off x="5364777" y="2257834"/>
            <a:ext cx="17951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 dirty="0" err="1">
                <a:solidFill>
                  <a:srgbClr val="FF5050"/>
                </a:solidFill>
                <a:ea typeface="Calibri"/>
                <a:cs typeface="Calibri"/>
              </a:rPr>
              <a:t>EmpowerHealth</a:t>
            </a:r>
            <a:endParaRPr lang="en-GB" sz="1200" b="1" dirty="0">
              <a:solidFill>
                <a:srgbClr val="FF5050"/>
              </a:solidFill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2B2FE7-8AA8-E1F4-9ACF-D4B02D6D77F3}"/>
              </a:ext>
            </a:extLst>
          </p:cNvPr>
          <p:cNvSpPr/>
          <p:nvPr/>
        </p:nvSpPr>
        <p:spPr>
          <a:xfrm>
            <a:off x="3744225" y="1676003"/>
            <a:ext cx="1176433" cy="3073747"/>
          </a:xfrm>
          <a:prstGeom prst="rect">
            <a:avLst/>
          </a:prstGeom>
          <a:noFill/>
          <a:ln>
            <a:solidFill>
              <a:srgbClr val="4472C4"/>
            </a:solidFill>
            <a:prstDash val="sysDot"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1" name="Picture 10" descr="Text to image - Free icons">
            <a:extLst>
              <a:ext uri="{FF2B5EF4-FFF2-40B4-BE49-F238E27FC236}">
                <a16:creationId xmlns:a16="http://schemas.microsoft.com/office/drawing/2014/main" id="{FFE6B548-3FF9-3907-E7CF-DA2C1902A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827" y="2863152"/>
            <a:ext cx="609604" cy="5945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1C99CB-C68D-631D-F2D7-B810233E4852}"/>
              </a:ext>
            </a:extLst>
          </p:cNvPr>
          <p:cNvSpPr txBox="1"/>
          <p:nvPr/>
        </p:nvSpPr>
        <p:spPr>
          <a:xfrm>
            <a:off x="3790402" y="3462812"/>
            <a:ext cx="1447800" cy="27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a typeface="Calibri"/>
                <a:cs typeface="Calibri"/>
              </a:rPr>
              <a:t>Image to text </a:t>
            </a:r>
          </a:p>
        </p:txBody>
      </p:sp>
      <p:pic>
        <p:nvPicPr>
          <p:cNvPr id="14" name="Picture 13" descr="Working - Free business icons">
            <a:extLst>
              <a:ext uri="{FF2B5EF4-FFF2-40B4-BE49-F238E27FC236}">
                <a16:creationId xmlns:a16="http://schemas.microsoft.com/office/drawing/2014/main" id="{57F13437-2D80-F3F4-3762-D5B998E33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3992827" y="3797119"/>
            <a:ext cx="609600" cy="5945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CF452E-844F-14B6-7347-133E14A67C1F}"/>
              </a:ext>
            </a:extLst>
          </p:cNvPr>
          <p:cNvSpPr txBox="1"/>
          <p:nvPr/>
        </p:nvSpPr>
        <p:spPr>
          <a:xfrm>
            <a:off x="3830491" y="4372728"/>
            <a:ext cx="1420788" cy="27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a typeface="Calibri"/>
                <a:cs typeface="Calibri"/>
              </a:rPr>
              <a:t>Manual entry </a:t>
            </a:r>
          </a:p>
        </p:txBody>
      </p:sp>
      <p:pic>
        <p:nvPicPr>
          <p:cNvPr id="18" name="Picture 17" descr="Voice command - Free electronics icons">
            <a:extLst>
              <a:ext uri="{FF2B5EF4-FFF2-40B4-BE49-F238E27FC236}">
                <a16:creationId xmlns:a16="http://schemas.microsoft.com/office/drawing/2014/main" id="{7E1E2517-0D3C-A91D-302F-482883479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2603" y="1928483"/>
            <a:ext cx="592667" cy="5883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991C85-0676-BC11-3BC3-D84458C09A11}"/>
              </a:ext>
            </a:extLst>
          </p:cNvPr>
          <p:cNvSpPr txBox="1"/>
          <p:nvPr/>
        </p:nvSpPr>
        <p:spPr>
          <a:xfrm>
            <a:off x="3797964" y="2509106"/>
            <a:ext cx="110958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dirty="0">
                <a:ea typeface="Calibri"/>
                <a:cs typeface="Calibri"/>
              </a:rPr>
              <a:t>Speech To 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4BCF9A-6019-05D6-09BF-77111AB22FE3}"/>
              </a:ext>
            </a:extLst>
          </p:cNvPr>
          <p:cNvSpPr txBox="1"/>
          <p:nvPr/>
        </p:nvSpPr>
        <p:spPr>
          <a:xfrm>
            <a:off x="3750967" y="1353686"/>
            <a:ext cx="110807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>
                <a:ea typeface="Calibri"/>
                <a:cs typeface="Calibri"/>
              </a:rPr>
              <a:t>Data Entry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ECB534-FAE9-3F7F-349A-D43BEBEE9778}"/>
              </a:ext>
            </a:extLst>
          </p:cNvPr>
          <p:cNvCxnSpPr>
            <a:cxnSpLocks/>
            <a:stCxn id="4" idx="2"/>
            <a:endCxn id="54" idx="3"/>
          </p:cNvCxnSpPr>
          <p:nvPr/>
        </p:nvCxnSpPr>
        <p:spPr>
          <a:xfrm rot="5400000">
            <a:off x="4608436" y="4109341"/>
            <a:ext cx="2022017" cy="13975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0E2419-EA0F-D7E5-493D-B0910C20FB15}"/>
              </a:ext>
            </a:extLst>
          </p:cNvPr>
          <p:cNvSpPr txBox="1"/>
          <p:nvPr/>
        </p:nvSpPr>
        <p:spPr>
          <a:xfrm>
            <a:off x="5215257" y="255895"/>
            <a:ext cx="205798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>
                <a:ea typeface="Calibri"/>
                <a:cs typeface="Calibri"/>
              </a:rPr>
              <a:t>Risk Assessment Report</a:t>
            </a:r>
          </a:p>
        </p:txBody>
      </p:sp>
      <p:pic>
        <p:nvPicPr>
          <p:cNvPr id="16" name="Picture 15" descr="Data - Free business and finance icons">
            <a:extLst>
              <a:ext uri="{FF2B5EF4-FFF2-40B4-BE49-F238E27FC236}">
                <a16:creationId xmlns:a16="http://schemas.microsoft.com/office/drawing/2014/main" id="{9BE111C7-06EB-A961-4A2C-6EEC057F8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3328" y="3556381"/>
            <a:ext cx="703030" cy="663482"/>
          </a:xfrm>
          <a:prstGeom prst="rect">
            <a:avLst/>
          </a:prstGeom>
        </p:spPr>
      </p:pic>
      <p:pic>
        <p:nvPicPr>
          <p:cNvPr id="28" name="Picture 16" descr="Database - Free seo and web icons">
            <a:extLst>
              <a:ext uri="{FF2B5EF4-FFF2-40B4-BE49-F238E27FC236}">
                <a16:creationId xmlns:a16="http://schemas.microsoft.com/office/drawing/2014/main" id="{11A21E90-FB92-7D81-9C59-FDBDA75E2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051" y="2383626"/>
            <a:ext cx="285531" cy="30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Cloud - Free nature icons">
            <a:extLst>
              <a:ext uri="{FF2B5EF4-FFF2-40B4-BE49-F238E27FC236}">
                <a16:creationId xmlns:a16="http://schemas.microsoft.com/office/drawing/2014/main" id="{4987C7A2-A7D8-9CB5-BA46-AA749E9A3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72" b="10132"/>
          <a:stretch>
            <a:fillRect/>
          </a:stretch>
        </p:blipFill>
        <p:spPr bwMode="auto">
          <a:xfrm>
            <a:off x="7852490" y="2247037"/>
            <a:ext cx="623176" cy="51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3C0383E-9722-9110-139A-30EC3AF75ECA}"/>
              </a:ext>
            </a:extLst>
          </p:cNvPr>
          <p:cNvSpPr txBox="1"/>
          <p:nvPr/>
        </p:nvSpPr>
        <p:spPr>
          <a:xfrm>
            <a:off x="7675821" y="2733825"/>
            <a:ext cx="10179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Empower Cloud</a:t>
            </a:r>
          </a:p>
        </p:txBody>
      </p:sp>
      <p:pic>
        <p:nvPicPr>
          <p:cNvPr id="34" name="Picture 18" descr="AI - Free technology icons">
            <a:extLst>
              <a:ext uri="{FF2B5EF4-FFF2-40B4-BE49-F238E27FC236}">
                <a16:creationId xmlns:a16="http://schemas.microsoft.com/office/drawing/2014/main" id="{2CBEE321-25F3-BB08-ACEF-B05CB661D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835" y="2297586"/>
            <a:ext cx="382951" cy="40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Connector: Elbow 42">
            <a:extLst>
              <a:ext uri="{FF2B5EF4-FFF2-40B4-BE49-F238E27FC236}">
                <a16:creationId xmlns:a16="http://schemas.microsoft.com/office/drawing/2014/main" id="{78947A4A-20B6-17F4-09E8-CE4A0D0A8CD8}"/>
              </a:ext>
            </a:extLst>
          </p:cNvPr>
          <p:cNvCxnSpPr>
            <a:cxnSpLocks/>
          </p:cNvCxnSpPr>
          <p:nvPr/>
        </p:nvCxnSpPr>
        <p:spPr>
          <a:xfrm flipV="1">
            <a:off x="8475666" y="2499716"/>
            <a:ext cx="322169" cy="3544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5AC2D09-D469-DA05-F6DB-882EDCE973D8}"/>
              </a:ext>
            </a:extLst>
          </p:cNvPr>
          <p:cNvSpPr txBox="1"/>
          <p:nvPr/>
        </p:nvSpPr>
        <p:spPr>
          <a:xfrm>
            <a:off x="8924699" y="2726559"/>
            <a:ext cx="1346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AI</a:t>
            </a:r>
          </a:p>
        </p:txBody>
      </p:sp>
      <p:cxnSp>
        <p:nvCxnSpPr>
          <p:cNvPr id="40" name="Connector: Elbow 42">
            <a:extLst>
              <a:ext uri="{FF2B5EF4-FFF2-40B4-BE49-F238E27FC236}">
                <a16:creationId xmlns:a16="http://schemas.microsoft.com/office/drawing/2014/main" id="{F33E0E63-A485-E343-3DFF-BC45326C7B95}"/>
              </a:ext>
            </a:extLst>
          </p:cNvPr>
          <p:cNvCxnSpPr>
            <a:cxnSpLocks/>
          </p:cNvCxnSpPr>
          <p:nvPr/>
        </p:nvCxnSpPr>
        <p:spPr>
          <a:xfrm>
            <a:off x="9180786" y="2499716"/>
            <a:ext cx="362542" cy="3544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20" descr="Risk Management - Free business and finance icons">
            <a:extLst>
              <a:ext uri="{FF2B5EF4-FFF2-40B4-BE49-F238E27FC236}">
                <a16:creationId xmlns:a16="http://schemas.microsoft.com/office/drawing/2014/main" id="{8CF3BE2B-4F7F-7425-3881-990F7B0F6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737" y="2177544"/>
            <a:ext cx="566536" cy="59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C3DFF3F-5FF2-4350-1731-9796E853AB8D}"/>
              </a:ext>
            </a:extLst>
          </p:cNvPr>
          <p:cNvSpPr txBox="1"/>
          <p:nvPr/>
        </p:nvSpPr>
        <p:spPr>
          <a:xfrm>
            <a:off x="9329170" y="2754987"/>
            <a:ext cx="9504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/>
              <a:t>Risk Prediction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1F9A9A-7DB2-9797-3CB3-F6F89C86A5CC}"/>
              </a:ext>
            </a:extLst>
          </p:cNvPr>
          <p:cNvSpPr/>
          <p:nvPr/>
        </p:nvSpPr>
        <p:spPr>
          <a:xfrm>
            <a:off x="7656137" y="2134225"/>
            <a:ext cx="2647464" cy="894553"/>
          </a:xfrm>
          <a:prstGeom prst="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84F4E8-E6ED-CBAF-F816-00784CD11B6D}"/>
              </a:ext>
            </a:extLst>
          </p:cNvPr>
          <p:cNvSpPr txBox="1"/>
          <p:nvPr/>
        </p:nvSpPr>
        <p:spPr>
          <a:xfrm>
            <a:off x="8196295" y="1883705"/>
            <a:ext cx="1603709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400" b="1" dirty="0"/>
              <a:t>Health Data Analytics</a:t>
            </a:r>
            <a:endParaRPr lang="en-US" sz="1400" b="1" dirty="0">
              <a:ea typeface="Calibri"/>
              <a:cs typeface="Calibri"/>
            </a:endParaRPr>
          </a:p>
        </p:txBody>
      </p:sp>
      <p:pic>
        <p:nvPicPr>
          <p:cNvPr id="25" name="Picture 24" descr="Free healthcare and medical icons">
            <a:extLst>
              <a:ext uri="{FF2B5EF4-FFF2-40B4-BE49-F238E27FC236}">
                <a16:creationId xmlns:a16="http://schemas.microsoft.com/office/drawing/2014/main" id="{6C69D72F-88FE-87F2-1DE6-2043FB1C0C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14030" y="3509277"/>
            <a:ext cx="701462" cy="701462"/>
          </a:xfrm>
          <a:prstGeom prst="rect">
            <a:avLst/>
          </a:prstGeom>
        </p:spPr>
      </p:pic>
      <p:pic>
        <p:nvPicPr>
          <p:cNvPr id="26" name="Picture 25" descr="Dashboard - Free healthcare and medical icons">
            <a:extLst>
              <a:ext uri="{FF2B5EF4-FFF2-40B4-BE49-F238E27FC236}">
                <a16:creationId xmlns:a16="http://schemas.microsoft.com/office/drawing/2014/main" id="{D425EE4C-BED7-5696-8048-8917DE3227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7439" y="3536964"/>
            <a:ext cx="695489" cy="7023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A82937-D99A-E1D3-46B1-B145D16351E2}"/>
              </a:ext>
            </a:extLst>
          </p:cNvPr>
          <p:cNvSpPr txBox="1"/>
          <p:nvPr/>
        </p:nvSpPr>
        <p:spPr>
          <a:xfrm>
            <a:off x="8213911" y="3138602"/>
            <a:ext cx="15319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ea typeface="Calibri"/>
                <a:cs typeface="Calibri"/>
              </a:rPr>
              <a:t>Health Dashboard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BCA28C-5C0E-6A0E-D2CE-AD6FB85C1650}"/>
              </a:ext>
            </a:extLst>
          </p:cNvPr>
          <p:cNvSpPr/>
          <p:nvPr/>
        </p:nvSpPr>
        <p:spPr>
          <a:xfrm>
            <a:off x="7665578" y="3415187"/>
            <a:ext cx="2647464" cy="9099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0C78411-825E-B57A-544B-1C365EC218BD}"/>
              </a:ext>
            </a:extLst>
          </p:cNvPr>
          <p:cNvCxnSpPr>
            <a:cxnSpLocks/>
            <a:stCxn id="46" idx="1"/>
            <a:endCxn id="79" idx="3"/>
          </p:cNvCxnSpPr>
          <p:nvPr/>
        </p:nvCxnSpPr>
        <p:spPr>
          <a:xfrm rot="10800000" flipV="1">
            <a:off x="6598683" y="2581502"/>
            <a:ext cx="1057455" cy="31236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3B08B4-5400-177D-9862-FD72A84472C7}"/>
              </a:ext>
            </a:extLst>
          </p:cNvPr>
          <p:cNvGrpSpPr/>
          <p:nvPr/>
        </p:nvGrpSpPr>
        <p:grpSpPr>
          <a:xfrm>
            <a:off x="3744225" y="5031430"/>
            <a:ext cx="1176433" cy="1575412"/>
            <a:chOff x="1381835" y="1663264"/>
            <a:chExt cx="1176433" cy="1929075"/>
          </a:xfrm>
        </p:grpSpPr>
        <p:pic>
          <p:nvPicPr>
            <p:cNvPr id="2" name="Picture 1" descr="Aging - Free healthcare and medical icons">
              <a:extLst>
                <a:ext uri="{FF2B5EF4-FFF2-40B4-BE49-F238E27FC236}">
                  <a16:creationId xmlns:a16="http://schemas.microsoft.com/office/drawing/2014/main" id="{C31E6DD0-5A44-9318-62B1-6298B4D80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30436" y="1786746"/>
              <a:ext cx="641329" cy="727906"/>
            </a:xfrm>
            <a:prstGeom prst="rect">
              <a:avLst/>
            </a:prstGeom>
          </p:spPr>
        </p:pic>
        <p:pic>
          <p:nvPicPr>
            <p:cNvPr id="53" name="Picture 52" descr="Aging - Free time and date icons">
              <a:extLst>
                <a:ext uri="{FF2B5EF4-FFF2-40B4-BE49-F238E27FC236}">
                  <a16:creationId xmlns:a16="http://schemas.microsoft.com/office/drawing/2014/main" id="{59C7DCFB-827F-B570-279D-52D9F2F6A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30436" y="2677641"/>
              <a:ext cx="634879" cy="77380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712553-21A8-0C89-AC0B-B44B369AE3B2}"/>
                </a:ext>
              </a:extLst>
            </p:cNvPr>
            <p:cNvSpPr/>
            <p:nvPr/>
          </p:nvSpPr>
          <p:spPr>
            <a:xfrm>
              <a:off x="1381835" y="1663264"/>
              <a:ext cx="1176433" cy="1929075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D277448-5C45-C35E-DD52-847AB615080F}"/>
              </a:ext>
            </a:extLst>
          </p:cNvPr>
          <p:cNvSpPr txBox="1"/>
          <p:nvPr/>
        </p:nvSpPr>
        <p:spPr>
          <a:xfrm>
            <a:off x="3744225" y="4761991"/>
            <a:ext cx="11259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dirty="0">
                <a:ea typeface="Calibri"/>
                <a:cs typeface="Calibri"/>
              </a:rPr>
              <a:t>Aging Profile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6F44F2E-BE9E-2E85-106A-63579DC497EA}"/>
              </a:ext>
            </a:extLst>
          </p:cNvPr>
          <p:cNvGrpSpPr/>
          <p:nvPr/>
        </p:nvGrpSpPr>
        <p:grpSpPr>
          <a:xfrm>
            <a:off x="5233948" y="515921"/>
            <a:ext cx="2089743" cy="949657"/>
            <a:chOff x="4543566" y="68237"/>
            <a:chExt cx="2084057" cy="943970"/>
          </a:xfrm>
        </p:grpSpPr>
        <p:pic>
          <p:nvPicPr>
            <p:cNvPr id="3" name="Picture 2" descr="Risk assessment - Free business and ...">
              <a:extLst>
                <a:ext uri="{FF2B5EF4-FFF2-40B4-BE49-F238E27FC236}">
                  <a16:creationId xmlns:a16="http://schemas.microsoft.com/office/drawing/2014/main" id="{E6723D69-6310-FCED-9D84-E2AF7DE88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11883" y="183031"/>
              <a:ext cx="733711" cy="701439"/>
            </a:xfrm>
            <a:prstGeom prst="rect">
              <a:avLst/>
            </a:prstGeom>
          </p:spPr>
        </p:pic>
        <p:pic>
          <p:nvPicPr>
            <p:cNvPr id="13" name="Picture 12" descr="bar gauge speedometer ...">
              <a:extLst>
                <a:ext uri="{FF2B5EF4-FFF2-40B4-BE49-F238E27FC236}">
                  <a16:creationId xmlns:a16="http://schemas.microsoft.com/office/drawing/2014/main" id="{A5ABE735-0354-1DDC-D3D0-D3357C12F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570633" y="174081"/>
              <a:ext cx="1056990" cy="837915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FB983B2-17AE-59E6-656D-C844FB288674}"/>
                </a:ext>
              </a:extLst>
            </p:cNvPr>
            <p:cNvSpPr/>
            <p:nvPr/>
          </p:nvSpPr>
          <p:spPr>
            <a:xfrm>
              <a:off x="4543566" y="68237"/>
              <a:ext cx="2058538" cy="943970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32AB43B-CA90-9540-265C-A10D3996C1EE}"/>
              </a:ext>
            </a:extLst>
          </p:cNvPr>
          <p:cNvCxnSpPr>
            <a:cxnSpLocks/>
            <a:stCxn id="8" idx="0"/>
            <a:endCxn id="57" idx="2"/>
          </p:cNvCxnSpPr>
          <p:nvPr/>
        </p:nvCxnSpPr>
        <p:spPr>
          <a:xfrm flipV="1">
            <a:off x="6262344" y="1465578"/>
            <a:ext cx="3681" cy="7922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0861156-8659-175C-FFE3-6DF55A90E19C}"/>
              </a:ext>
            </a:extLst>
          </p:cNvPr>
          <p:cNvGrpSpPr/>
          <p:nvPr/>
        </p:nvGrpSpPr>
        <p:grpSpPr>
          <a:xfrm>
            <a:off x="2524692" y="2487826"/>
            <a:ext cx="773271" cy="1059951"/>
            <a:chOff x="58466" y="1724839"/>
            <a:chExt cx="636795" cy="877982"/>
          </a:xfrm>
        </p:grpSpPr>
        <p:pic>
          <p:nvPicPr>
            <p:cNvPr id="61" name="Picture 2" descr="Patient - Free user icons">
              <a:extLst>
                <a:ext uri="{FF2B5EF4-FFF2-40B4-BE49-F238E27FC236}">
                  <a16:creationId xmlns:a16="http://schemas.microsoft.com/office/drawing/2014/main" id="{80628F99-4094-B5E1-FB9E-9255C81D71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66" y="1724839"/>
              <a:ext cx="636795" cy="672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EDDD72-7623-F925-111E-F17266BE44F8}"/>
                </a:ext>
              </a:extLst>
            </p:cNvPr>
            <p:cNvSpPr txBox="1"/>
            <p:nvPr/>
          </p:nvSpPr>
          <p:spPr>
            <a:xfrm>
              <a:off x="169178" y="2418155"/>
              <a:ext cx="4558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b="1"/>
                <a:t>Patient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1FF83F9-FF86-60EC-AD4F-B76F201350AE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3297963" y="2893601"/>
            <a:ext cx="453004" cy="8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7A9DC97-3753-62A4-3D8A-66E4D97E8332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 flipV="1">
            <a:off x="4920658" y="3202835"/>
            <a:ext cx="1103539" cy="10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E4BA5FB9-AD02-75B3-C34F-C8A85940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67" y="255895"/>
            <a:ext cx="299980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UX Elements</a:t>
            </a:r>
            <a:endParaRPr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0DE02F8-4FA9-DC00-3D1D-D21AFE428843}"/>
              </a:ext>
            </a:extLst>
          </p:cNvPr>
          <p:cNvSpPr/>
          <p:nvPr/>
        </p:nvSpPr>
        <p:spPr>
          <a:xfrm>
            <a:off x="6030911" y="2585116"/>
            <a:ext cx="567771" cy="6175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96F3694-541B-CF00-00C9-028D9AFCD1C8}"/>
              </a:ext>
            </a:extLst>
          </p:cNvPr>
          <p:cNvSpPr/>
          <p:nvPr/>
        </p:nvSpPr>
        <p:spPr>
          <a:xfrm>
            <a:off x="6039290" y="3179610"/>
            <a:ext cx="567771" cy="6175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51">
            <a:extLst>
              <a:ext uri="{FF2B5EF4-FFF2-40B4-BE49-F238E27FC236}">
                <a16:creationId xmlns:a16="http://schemas.microsoft.com/office/drawing/2014/main" id="{21804649-EEAF-0A08-69E1-EC9B8968A35F}"/>
              </a:ext>
            </a:extLst>
          </p:cNvPr>
          <p:cNvCxnSpPr>
            <a:cxnSpLocks/>
            <a:stCxn id="80" idx="3"/>
            <a:endCxn id="49" idx="1"/>
          </p:cNvCxnSpPr>
          <p:nvPr/>
        </p:nvCxnSpPr>
        <p:spPr>
          <a:xfrm>
            <a:off x="6607061" y="3488364"/>
            <a:ext cx="1058517" cy="381781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0CAE2F9-471B-81CC-84C2-169BF3E5752B}"/>
              </a:ext>
            </a:extLst>
          </p:cNvPr>
          <p:cNvSpPr txBox="1"/>
          <p:nvPr/>
        </p:nvSpPr>
        <p:spPr>
          <a:xfrm>
            <a:off x="4835617" y="3225896"/>
            <a:ext cx="1257667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GB" sz="1200" i="1" dirty="0">
                <a:solidFill>
                  <a:srgbClr val="0070C0"/>
                </a:solidFill>
                <a:ea typeface="Calibri"/>
                <a:cs typeface="Calibri"/>
              </a:rPr>
              <a:t>Smart on FHIR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4A467-6483-35AD-F04D-01BC544A1C6C}"/>
              </a:ext>
            </a:extLst>
          </p:cNvPr>
          <p:cNvSpPr txBox="1"/>
          <p:nvPr/>
        </p:nvSpPr>
        <p:spPr>
          <a:xfrm>
            <a:off x="634925" y="4400488"/>
            <a:ext cx="215573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GB" sz="1200" i="1" dirty="0">
                <a:solidFill>
                  <a:srgbClr val="0070C0"/>
                </a:solidFill>
                <a:ea typeface="Calibri"/>
                <a:cs typeface="Calibri"/>
              </a:rPr>
              <a:t>Integration with people like </a:t>
            </a:r>
            <a:r>
              <a:rPr lang="en-GB" sz="1200" i="1" dirty="0" err="1">
                <a:solidFill>
                  <a:srgbClr val="0070C0"/>
                </a:solidFill>
                <a:ea typeface="Calibri"/>
                <a:cs typeface="Calibri"/>
              </a:rPr>
              <a:t>OlaDoc</a:t>
            </a:r>
            <a:r>
              <a:rPr lang="en-GB" sz="1200" i="1" dirty="0">
                <a:solidFill>
                  <a:srgbClr val="0070C0"/>
                </a:solidFill>
                <a:ea typeface="Calibri"/>
                <a:cs typeface="Calibri"/>
              </a:rPr>
              <a:t>, Sehat Khani etc for appointments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6BCCB-30A4-24AA-4A61-64A69F0D7346}"/>
              </a:ext>
            </a:extLst>
          </p:cNvPr>
          <p:cNvSpPr txBox="1"/>
          <p:nvPr/>
        </p:nvSpPr>
        <p:spPr>
          <a:xfrm>
            <a:off x="634925" y="5203799"/>
            <a:ext cx="2155733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GB" sz="1200" i="1" dirty="0">
                <a:solidFill>
                  <a:srgbClr val="0070C0"/>
                </a:solidFill>
                <a:ea typeface="Calibri"/>
                <a:cs typeface="Calibri"/>
              </a:rPr>
              <a:t>This about a hospital side of this patient-centric EMR.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295D40-B9F9-EF4F-D582-72DA3AC8F793}"/>
              </a:ext>
            </a:extLst>
          </p:cNvPr>
          <p:cNvSpPr txBox="1"/>
          <p:nvPr/>
        </p:nvSpPr>
        <p:spPr>
          <a:xfrm>
            <a:off x="634925" y="5819136"/>
            <a:ext cx="2155733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GB" sz="1200" i="1" dirty="0">
                <a:solidFill>
                  <a:srgbClr val="0070C0"/>
                </a:solidFill>
                <a:ea typeface="Calibri"/>
                <a:cs typeface="Calibri"/>
              </a:rPr>
              <a:t>Patient should be able </a:t>
            </a:r>
            <a:r>
              <a:rPr lang="en-GB" sz="1200" i="1">
                <a:solidFill>
                  <a:srgbClr val="0070C0"/>
                </a:solidFill>
                <a:ea typeface="Calibri"/>
                <a:cs typeface="Calibri"/>
              </a:rPr>
              <a:t>to download his/her data</a:t>
            </a:r>
            <a:endParaRPr lang="en-GB" sz="1200" i="1" dirty="0">
              <a:solidFill>
                <a:srgbClr val="0070C0"/>
              </a:solidFill>
              <a:ea typeface="Calibri"/>
              <a:cs typeface="Calibri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324643A-ECB8-C775-F479-97B68DE081D6}"/>
              </a:ext>
            </a:extLst>
          </p:cNvPr>
          <p:cNvSpPr/>
          <p:nvPr/>
        </p:nvSpPr>
        <p:spPr>
          <a:xfrm>
            <a:off x="2369430" y="1266825"/>
            <a:ext cx="4821945" cy="3638550"/>
          </a:xfrm>
          <a:custGeom>
            <a:avLst/>
            <a:gdLst>
              <a:gd name="csX0" fmla="*/ 164220 w 4821945"/>
              <a:gd name="csY0" fmla="*/ 1390650 h 3638550"/>
              <a:gd name="csX1" fmla="*/ 211845 w 4821945"/>
              <a:gd name="csY1" fmla="*/ 1047750 h 3638550"/>
              <a:gd name="csX2" fmla="*/ 430920 w 4821945"/>
              <a:gd name="csY2" fmla="*/ 638175 h 3638550"/>
              <a:gd name="csX3" fmla="*/ 773820 w 4821945"/>
              <a:gd name="csY3" fmla="*/ 247650 h 3638550"/>
              <a:gd name="csX4" fmla="*/ 859545 w 4821945"/>
              <a:gd name="csY4" fmla="*/ 161925 h 3638550"/>
              <a:gd name="csX5" fmla="*/ 1002420 w 4821945"/>
              <a:gd name="csY5" fmla="*/ 85725 h 3638550"/>
              <a:gd name="csX6" fmla="*/ 1173870 w 4821945"/>
              <a:gd name="csY6" fmla="*/ 19050 h 3638550"/>
              <a:gd name="csX7" fmla="*/ 1354845 w 4821945"/>
              <a:gd name="csY7" fmla="*/ 0 h 3638550"/>
              <a:gd name="csX8" fmla="*/ 2316870 w 4821945"/>
              <a:gd name="csY8" fmla="*/ 19050 h 3638550"/>
              <a:gd name="csX9" fmla="*/ 2374020 w 4821945"/>
              <a:gd name="csY9" fmla="*/ 47625 h 3638550"/>
              <a:gd name="csX10" fmla="*/ 2497845 w 4821945"/>
              <a:gd name="csY10" fmla="*/ 123825 h 3638550"/>
              <a:gd name="csX11" fmla="*/ 2593095 w 4821945"/>
              <a:gd name="csY11" fmla="*/ 180975 h 3638550"/>
              <a:gd name="csX12" fmla="*/ 2716920 w 4821945"/>
              <a:gd name="csY12" fmla="*/ 266700 h 3638550"/>
              <a:gd name="csX13" fmla="*/ 2926470 w 4821945"/>
              <a:gd name="csY13" fmla="*/ 371475 h 3638550"/>
              <a:gd name="csX14" fmla="*/ 3269370 w 4821945"/>
              <a:gd name="csY14" fmla="*/ 514350 h 3638550"/>
              <a:gd name="csX15" fmla="*/ 3412245 w 4821945"/>
              <a:gd name="csY15" fmla="*/ 600075 h 3638550"/>
              <a:gd name="csX16" fmla="*/ 3650370 w 4821945"/>
              <a:gd name="csY16" fmla="*/ 695325 h 3638550"/>
              <a:gd name="csX17" fmla="*/ 4155195 w 4821945"/>
              <a:gd name="csY17" fmla="*/ 857250 h 3638550"/>
              <a:gd name="csX18" fmla="*/ 4269495 w 4821945"/>
              <a:gd name="csY18" fmla="*/ 866775 h 3638550"/>
              <a:gd name="csX19" fmla="*/ 4431420 w 4821945"/>
              <a:gd name="csY19" fmla="*/ 895350 h 3638550"/>
              <a:gd name="csX20" fmla="*/ 4498095 w 4821945"/>
              <a:gd name="csY20" fmla="*/ 904875 h 3638550"/>
              <a:gd name="csX21" fmla="*/ 4583820 w 4821945"/>
              <a:gd name="csY21" fmla="*/ 933450 h 3638550"/>
              <a:gd name="csX22" fmla="*/ 4640970 w 4821945"/>
              <a:gd name="csY22" fmla="*/ 1143000 h 3638550"/>
              <a:gd name="csX23" fmla="*/ 4688595 w 4821945"/>
              <a:gd name="csY23" fmla="*/ 1257300 h 3638550"/>
              <a:gd name="csX24" fmla="*/ 4726695 w 4821945"/>
              <a:gd name="csY24" fmla="*/ 1362075 h 3638550"/>
              <a:gd name="csX25" fmla="*/ 4764795 w 4821945"/>
              <a:gd name="csY25" fmla="*/ 1504950 h 3638550"/>
              <a:gd name="csX26" fmla="*/ 4812420 w 4821945"/>
              <a:gd name="csY26" fmla="*/ 1971675 h 3638550"/>
              <a:gd name="csX27" fmla="*/ 4821945 w 4821945"/>
              <a:gd name="csY27" fmla="*/ 2276475 h 3638550"/>
              <a:gd name="csX28" fmla="*/ 4736220 w 4821945"/>
              <a:gd name="csY28" fmla="*/ 2876550 h 3638550"/>
              <a:gd name="csX29" fmla="*/ 4479045 w 4821945"/>
              <a:gd name="csY29" fmla="*/ 3286125 h 3638550"/>
              <a:gd name="csX30" fmla="*/ 4269495 w 4821945"/>
              <a:gd name="csY30" fmla="*/ 3438525 h 3638550"/>
              <a:gd name="csX31" fmla="*/ 4145670 w 4821945"/>
              <a:gd name="csY31" fmla="*/ 3505200 h 3638550"/>
              <a:gd name="csX32" fmla="*/ 4021845 w 4821945"/>
              <a:gd name="csY32" fmla="*/ 3543300 h 3638550"/>
              <a:gd name="csX33" fmla="*/ 3793245 w 4821945"/>
              <a:gd name="csY33" fmla="*/ 3581400 h 3638550"/>
              <a:gd name="csX34" fmla="*/ 3697995 w 4821945"/>
              <a:gd name="csY34" fmla="*/ 3609975 h 3638550"/>
              <a:gd name="csX35" fmla="*/ 3297945 w 4821945"/>
              <a:gd name="csY35" fmla="*/ 3638550 h 3638550"/>
              <a:gd name="csX36" fmla="*/ 2945520 w 4821945"/>
              <a:gd name="csY36" fmla="*/ 3629025 h 3638550"/>
              <a:gd name="csX37" fmla="*/ 2878845 w 4821945"/>
              <a:gd name="csY37" fmla="*/ 3609975 h 3638550"/>
              <a:gd name="csX38" fmla="*/ 2726445 w 4821945"/>
              <a:gd name="csY38" fmla="*/ 3571875 h 3638550"/>
              <a:gd name="csX39" fmla="*/ 2545470 w 4821945"/>
              <a:gd name="csY39" fmla="*/ 3552825 h 3638550"/>
              <a:gd name="csX40" fmla="*/ 2497845 w 4821945"/>
              <a:gd name="csY40" fmla="*/ 3543300 h 3638550"/>
              <a:gd name="csX41" fmla="*/ 2345445 w 4821945"/>
              <a:gd name="csY41" fmla="*/ 3524250 h 3638550"/>
              <a:gd name="csX42" fmla="*/ 2307345 w 4821945"/>
              <a:gd name="csY42" fmla="*/ 3514725 h 3638550"/>
              <a:gd name="csX43" fmla="*/ 1831095 w 4821945"/>
              <a:gd name="csY43" fmla="*/ 3495675 h 3638550"/>
              <a:gd name="csX44" fmla="*/ 1612020 w 4821945"/>
              <a:gd name="csY44" fmla="*/ 3476625 h 3638550"/>
              <a:gd name="csX45" fmla="*/ 1373895 w 4821945"/>
              <a:gd name="csY45" fmla="*/ 3419475 h 3638550"/>
              <a:gd name="csX46" fmla="*/ 1192920 w 4821945"/>
              <a:gd name="csY46" fmla="*/ 3314700 h 3638550"/>
              <a:gd name="csX47" fmla="*/ 802395 w 4821945"/>
              <a:gd name="csY47" fmla="*/ 2962275 h 3638550"/>
              <a:gd name="csX48" fmla="*/ 735720 w 4821945"/>
              <a:gd name="csY48" fmla="*/ 2876550 h 3638550"/>
              <a:gd name="csX49" fmla="*/ 535695 w 4821945"/>
              <a:gd name="csY49" fmla="*/ 2638425 h 3638550"/>
              <a:gd name="csX50" fmla="*/ 430920 w 4821945"/>
              <a:gd name="csY50" fmla="*/ 2495550 h 3638550"/>
              <a:gd name="csX51" fmla="*/ 411870 w 4821945"/>
              <a:gd name="csY51" fmla="*/ 2428875 h 3638550"/>
              <a:gd name="csX52" fmla="*/ 373770 w 4821945"/>
              <a:gd name="csY52" fmla="*/ 2314575 h 3638550"/>
              <a:gd name="csX53" fmla="*/ 345195 w 4821945"/>
              <a:gd name="csY53" fmla="*/ 2190750 h 3638550"/>
              <a:gd name="csX54" fmla="*/ 249945 w 4821945"/>
              <a:gd name="csY54" fmla="*/ 1895475 h 3638550"/>
              <a:gd name="csX55" fmla="*/ 126120 w 4821945"/>
              <a:gd name="csY55" fmla="*/ 1628775 h 3638550"/>
              <a:gd name="csX56" fmla="*/ 88020 w 4821945"/>
              <a:gd name="csY56" fmla="*/ 1543050 h 3638550"/>
              <a:gd name="csX57" fmla="*/ 11820 w 4821945"/>
              <a:gd name="csY57" fmla="*/ 1428750 h 3638550"/>
              <a:gd name="csX58" fmla="*/ 21345 w 4821945"/>
              <a:gd name="csY58" fmla="*/ 1304925 h 3638550"/>
              <a:gd name="csX59" fmla="*/ 88020 w 4821945"/>
              <a:gd name="csY59" fmla="*/ 1238250 h 3638550"/>
              <a:gd name="csX60" fmla="*/ 107070 w 4821945"/>
              <a:gd name="csY60" fmla="*/ 1200150 h 3638550"/>
              <a:gd name="csX61" fmla="*/ 211845 w 4821945"/>
              <a:gd name="csY61" fmla="*/ 1114425 h 3638550"/>
              <a:gd name="csX62" fmla="*/ 268995 w 4821945"/>
              <a:gd name="csY62" fmla="*/ 1066800 h 3638550"/>
              <a:gd name="csX63" fmla="*/ 354720 w 4821945"/>
              <a:gd name="csY63" fmla="*/ 1009650 h 3638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4821945" h="3638550">
                <a:moveTo>
                  <a:pt x="164220" y="1390650"/>
                </a:moveTo>
                <a:cubicBezTo>
                  <a:pt x="180095" y="1276350"/>
                  <a:pt x="181781" y="1159162"/>
                  <a:pt x="211845" y="1047750"/>
                </a:cubicBezTo>
                <a:cubicBezTo>
                  <a:pt x="246510" y="919287"/>
                  <a:pt x="341784" y="746276"/>
                  <a:pt x="430920" y="638175"/>
                </a:cubicBezTo>
                <a:cubicBezTo>
                  <a:pt x="541128" y="504518"/>
                  <a:pt x="657933" y="376414"/>
                  <a:pt x="773820" y="247650"/>
                </a:cubicBezTo>
                <a:cubicBezTo>
                  <a:pt x="800854" y="217613"/>
                  <a:pt x="823888" y="180942"/>
                  <a:pt x="859545" y="161925"/>
                </a:cubicBezTo>
                <a:cubicBezTo>
                  <a:pt x="907170" y="136525"/>
                  <a:pt x="953283" y="108060"/>
                  <a:pt x="1002420" y="85725"/>
                </a:cubicBezTo>
                <a:cubicBezTo>
                  <a:pt x="1058243" y="60351"/>
                  <a:pt x="1115954" y="39195"/>
                  <a:pt x="1173870" y="19050"/>
                </a:cubicBezTo>
                <a:cubicBezTo>
                  <a:pt x="1216351" y="4274"/>
                  <a:pt x="1339791" y="1075"/>
                  <a:pt x="1354845" y="0"/>
                </a:cubicBezTo>
                <a:cubicBezTo>
                  <a:pt x="1675520" y="6350"/>
                  <a:pt x="1996482" y="4079"/>
                  <a:pt x="2316870" y="19050"/>
                </a:cubicBezTo>
                <a:cubicBezTo>
                  <a:pt x="2338145" y="20044"/>
                  <a:pt x="2355588" y="36954"/>
                  <a:pt x="2374020" y="47625"/>
                </a:cubicBezTo>
                <a:cubicBezTo>
                  <a:pt x="2415962" y="71907"/>
                  <a:pt x="2456447" y="98626"/>
                  <a:pt x="2497845" y="123825"/>
                </a:cubicBezTo>
                <a:cubicBezTo>
                  <a:pt x="2529473" y="143077"/>
                  <a:pt x="2562652" y="159899"/>
                  <a:pt x="2593095" y="180975"/>
                </a:cubicBezTo>
                <a:cubicBezTo>
                  <a:pt x="2634370" y="209550"/>
                  <a:pt x="2673333" y="241793"/>
                  <a:pt x="2716920" y="266700"/>
                </a:cubicBezTo>
                <a:cubicBezTo>
                  <a:pt x="2784725" y="305446"/>
                  <a:pt x="2853961" y="342471"/>
                  <a:pt x="2926470" y="371475"/>
                </a:cubicBezTo>
                <a:cubicBezTo>
                  <a:pt x="2953603" y="382328"/>
                  <a:pt x="3197436" y="475616"/>
                  <a:pt x="3269370" y="514350"/>
                </a:cubicBezTo>
                <a:cubicBezTo>
                  <a:pt x="3318271" y="540681"/>
                  <a:pt x="3362077" y="576245"/>
                  <a:pt x="3412245" y="600075"/>
                </a:cubicBezTo>
                <a:cubicBezTo>
                  <a:pt x="3489466" y="636755"/>
                  <a:pt x="3570268" y="665456"/>
                  <a:pt x="3650370" y="695325"/>
                </a:cubicBezTo>
                <a:cubicBezTo>
                  <a:pt x="3782717" y="744675"/>
                  <a:pt x="3999917" y="827196"/>
                  <a:pt x="4155195" y="857250"/>
                </a:cubicBezTo>
                <a:cubicBezTo>
                  <a:pt x="4192730" y="864515"/>
                  <a:pt x="4231395" y="863600"/>
                  <a:pt x="4269495" y="866775"/>
                </a:cubicBezTo>
                <a:lnTo>
                  <a:pt x="4431420" y="895350"/>
                </a:lnTo>
                <a:cubicBezTo>
                  <a:pt x="4453565" y="899041"/>
                  <a:pt x="4476315" y="899430"/>
                  <a:pt x="4498095" y="904875"/>
                </a:cubicBezTo>
                <a:cubicBezTo>
                  <a:pt x="4527316" y="912180"/>
                  <a:pt x="4583820" y="933450"/>
                  <a:pt x="4583820" y="933450"/>
                </a:cubicBezTo>
                <a:cubicBezTo>
                  <a:pt x="4599974" y="998065"/>
                  <a:pt x="4620588" y="1084120"/>
                  <a:pt x="4640970" y="1143000"/>
                </a:cubicBezTo>
                <a:cubicBezTo>
                  <a:pt x="4654471" y="1182004"/>
                  <a:pt x="4673554" y="1218863"/>
                  <a:pt x="4688595" y="1257300"/>
                </a:cubicBezTo>
                <a:cubicBezTo>
                  <a:pt x="4702137" y="1291907"/>
                  <a:pt x="4716486" y="1326342"/>
                  <a:pt x="4726695" y="1362075"/>
                </a:cubicBezTo>
                <a:cubicBezTo>
                  <a:pt x="4752938" y="1453924"/>
                  <a:pt x="4740139" y="1406326"/>
                  <a:pt x="4764795" y="1504950"/>
                </a:cubicBezTo>
                <a:cubicBezTo>
                  <a:pt x="4785152" y="1674595"/>
                  <a:pt x="4803305" y="1801520"/>
                  <a:pt x="4812420" y="1971675"/>
                </a:cubicBezTo>
                <a:cubicBezTo>
                  <a:pt x="4817858" y="2073179"/>
                  <a:pt x="4818770" y="2174875"/>
                  <a:pt x="4821945" y="2276475"/>
                </a:cubicBezTo>
                <a:cubicBezTo>
                  <a:pt x="4805538" y="2580013"/>
                  <a:pt x="4828207" y="2612855"/>
                  <a:pt x="4736220" y="2876550"/>
                </a:cubicBezTo>
                <a:cubicBezTo>
                  <a:pt x="4695791" y="2992445"/>
                  <a:pt x="4559288" y="3227766"/>
                  <a:pt x="4479045" y="3286125"/>
                </a:cubicBezTo>
                <a:cubicBezTo>
                  <a:pt x="4409195" y="3336925"/>
                  <a:pt x="4341674" y="3391093"/>
                  <a:pt x="4269495" y="3438525"/>
                </a:cubicBezTo>
                <a:cubicBezTo>
                  <a:pt x="4230319" y="3464270"/>
                  <a:pt x="4188843" y="3486934"/>
                  <a:pt x="4145670" y="3505200"/>
                </a:cubicBezTo>
                <a:cubicBezTo>
                  <a:pt x="4105898" y="3522026"/>
                  <a:pt x="4063824" y="3533167"/>
                  <a:pt x="4021845" y="3543300"/>
                </a:cubicBezTo>
                <a:cubicBezTo>
                  <a:pt x="3926489" y="3566317"/>
                  <a:pt x="3880019" y="3570553"/>
                  <a:pt x="3793245" y="3581400"/>
                </a:cubicBezTo>
                <a:cubicBezTo>
                  <a:pt x="3761495" y="3590925"/>
                  <a:pt x="3730547" y="3603715"/>
                  <a:pt x="3697995" y="3609975"/>
                </a:cubicBezTo>
                <a:cubicBezTo>
                  <a:pt x="3566160" y="3635328"/>
                  <a:pt x="3431292" y="3633421"/>
                  <a:pt x="3297945" y="3638550"/>
                </a:cubicBezTo>
                <a:cubicBezTo>
                  <a:pt x="3180470" y="3635375"/>
                  <a:pt x="3062766" y="3637019"/>
                  <a:pt x="2945520" y="3629025"/>
                </a:cubicBezTo>
                <a:cubicBezTo>
                  <a:pt x="2922459" y="3627453"/>
                  <a:pt x="2901211" y="3615810"/>
                  <a:pt x="2878845" y="3609975"/>
                </a:cubicBezTo>
                <a:cubicBezTo>
                  <a:pt x="2828177" y="3596757"/>
                  <a:pt x="2777613" y="3582999"/>
                  <a:pt x="2726445" y="3571875"/>
                </a:cubicBezTo>
                <a:cubicBezTo>
                  <a:pt x="2680035" y="3561786"/>
                  <a:pt x="2583180" y="3555968"/>
                  <a:pt x="2545470" y="3552825"/>
                </a:cubicBezTo>
                <a:cubicBezTo>
                  <a:pt x="2529595" y="3549650"/>
                  <a:pt x="2513872" y="3545590"/>
                  <a:pt x="2497845" y="3543300"/>
                </a:cubicBezTo>
                <a:cubicBezTo>
                  <a:pt x="2423610" y="3532695"/>
                  <a:pt x="2414186" y="3536748"/>
                  <a:pt x="2345445" y="3524250"/>
                </a:cubicBezTo>
                <a:cubicBezTo>
                  <a:pt x="2332565" y="3521908"/>
                  <a:pt x="2320364" y="3516095"/>
                  <a:pt x="2307345" y="3514725"/>
                </a:cubicBezTo>
                <a:cubicBezTo>
                  <a:pt x="2181275" y="3501454"/>
                  <a:pt x="1914686" y="3498063"/>
                  <a:pt x="1831095" y="3495675"/>
                </a:cubicBezTo>
                <a:cubicBezTo>
                  <a:pt x="1800679" y="3493647"/>
                  <a:pt x="1661574" y="3487136"/>
                  <a:pt x="1612020" y="3476625"/>
                </a:cubicBezTo>
                <a:cubicBezTo>
                  <a:pt x="1532168" y="3459687"/>
                  <a:pt x="1373895" y="3419475"/>
                  <a:pt x="1373895" y="3419475"/>
                </a:cubicBezTo>
                <a:cubicBezTo>
                  <a:pt x="1313570" y="3384550"/>
                  <a:pt x="1250408" y="3354120"/>
                  <a:pt x="1192920" y="3314700"/>
                </a:cubicBezTo>
                <a:cubicBezTo>
                  <a:pt x="1097518" y="3249281"/>
                  <a:pt x="848368" y="3021383"/>
                  <a:pt x="802395" y="2962275"/>
                </a:cubicBezTo>
                <a:cubicBezTo>
                  <a:pt x="780170" y="2933700"/>
                  <a:pt x="759165" y="2904133"/>
                  <a:pt x="735720" y="2876550"/>
                </a:cubicBezTo>
                <a:cubicBezTo>
                  <a:pt x="602310" y="2719597"/>
                  <a:pt x="669792" y="2821285"/>
                  <a:pt x="535695" y="2638425"/>
                </a:cubicBezTo>
                <a:lnTo>
                  <a:pt x="430920" y="2495550"/>
                </a:lnTo>
                <a:cubicBezTo>
                  <a:pt x="424570" y="2473325"/>
                  <a:pt x="418830" y="2450916"/>
                  <a:pt x="411870" y="2428875"/>
                </a:cubicBezTo>
                <a:cubicBezTo>
                  <a:pt x="399776" y="2390578"/>
                  <a:pt x="384599" y="2353249"/>
                  <a:pt x="373770" y="2314575"/>
                </a:cubicBezTo>
                <a:cubicBezTo>
                  <a:pt x="362349" y="2273784"/>
                  <a:pt x="355780" y="2231766"/>
                  <a:pt x="345195" y="2190750"/>
                </a:cubicBezTo>
                <a:cubicBezTo>
                  <a:pt x="314620" y="2072271"/>
                  <a:pt x="297326" y="2003399"/>
                  <a:pt x="249945" y="1895475"/>
                </a:cubicBezTo>
                <a:cubicBezTo>
                  <a:pt x="210544" y="1805729"/>
                  <a:pt x="167041" y="1717838"/>
                  <a:pt x="126120" y="1628775"/>
                </a:cubicBezTo>
                <a:cubicBezTo>
                  <a:pt x="113065" y="1600361"/>
                  <a:pt x="105366" y="1569068"/>
                  <a:pt x="88020" y="1543050"/>
                </a:cubicBezTo>
                <a:lnTo>
                  <a:pt x="11820" y="1428750"/>
                </a:lnTo>
                <a:cubicBezTo>
                  <a:pt x="-192" y="1380701"/>
                  <a:pt x="-10858" y="1362175"/>
                  <a:pt x="21345" y="1304925"/>
                </a:cubicBezTo>
                <a:cubicBezTo>
                  <a:pt x="36754" y="1277531"/>
                  <a:pt x="73964" y="1266363"/>
                  <a:pt x="88020" y="1238250"/>
                </a:cubicBezTo>
                <a:cubicBezTo>
                  <a:pt x="94370" y="1225550"/>
                  <a:pt x="98551" y="1211509"/>
                  <a:pt x="107070" y="1200150"/>
                </a:cubicBezTo>
                <a:cubicBezTo>
                  <a:pt x="135764" y="1161892"/>
                  <a:pt x="174228" y="1143361"/>
                  <a:pt x="211845" y="1114425"/>
                </a:cubicBezTo>
                <a:cubicBezTo>
                  <a:pt x="231500" y="1099306"/>
                  <a:pt x="248136" y="1080209"/>
                  <a:pt x="268995" y="1066800"/>
                </a:cubicBezTo>
                <a:cubicBezTo>
                  <a:pt x="360234" y="1008146"/>
                  <a:pt x="330323" y="1058445"/>
                  <a:pt x="354720" y="1009650"/>
                </a:cubicBezTo>
              </a:path>
            </a:pathLst>
          </a:cu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A9B31A-9FCD-9A8D-C72C-9E885660713B}"/>
              </a:ext>
            </a:extLst>
          </p:cNvPr>
          <p:cNvSpPr txBox="1"/>
          <p:nvPr/>
        </p:nvSpPr>
        <p:spPr>
          <a:xfrm>
            <a:off x="2142229" y="137786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Phase 1</a:t>
            </a:r>
          </a:p>
        </p:txBody>
      </p:sp>
    </p:spTree>
    <p:extLst>
      <p:ext uri="{BB962C8B-B14F-4D97-AF65-F5344CB8AC3E}">
        <p14:creationId xmlns:p14="http://schemas.microsoft.com/office/powerpoint/2010/main" val="339542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61C7AC-15AB-DFE7-C41E-6E697EC9A282}"/>
              </a:ext>
            </a:extLst>
          </p:cNvPr>
          <p:cNvSpPr txBox="1"/>
          <p:nvPr/>
        </p:nvSpPr>
        <p:spPr>
          <a:xfrm>
            <a:off x="762001" y="229168"/>
            <a:ext cx="914177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dirty="0">
                <a:ea typeface="Calibri"/>
                <a:cs typeface="Calibri"/>
              </a:rPr>
              <a:t>Authentication and Authorization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4EEE7-DA9B-1315-866E-BACF325DA27F}"/>
              </a:ext>
            </a:extLst>
          </p:cNvPr>
          <p:cNvSpPr txBox="1"/>
          <p:nvPr/>
        </p:nvSpPr>
        <p:spPr>
          <a:xfrm>
            <a:off x="762001" y="1225689"/>
            <a:ext cx="975957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000" dirty="0">
                <a:ea typeface="+mn-lt"/>
                <a:cs typeface="+mn-lt"/>
              </a:rPr>
              <a:t>Authentication — “Who are you?”</a:t>
            </a:r>
            <a:endParaRPr lang="en-US" sz="3000" dirty="0">
              <a:ea typeface="+mn-lt"/>
              <a:cs typeface="+mn-lt"/>
            </a:endParaRPr>
          </a:p>
          <a:p>
            <a:r>
              <a:rPr lang="en-GB" sz="2000" dirty="0" err="1">
                <a:ea typeface="+mn-lt"/>
                <a:cs typeface="+mn-lt"/>
              </a:rPr>
              <a:t>EmpowerHealth</a:t>
            </a:r>
            <a:r>
              <a:rPr lang="en-GB" sz="2000" dirty="0">
                <a:ea typeface="+mn-lt"/>
                <a:cs typeface="+mn-lt"/>
              </a:rPr>
              <a:t>: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 Doctors, patients, and lab staff </a:t>
            </a:r>
            <a:r>
              <a:rPr lang="en-GB" sz="2000" b="1" dirty="0">
                <a:ea typeface="+mn-lt"/>
                <a:cs typeface="+mn-lt"/>
              </a:rPr>
              <a:t>log in securely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 Prevents </a:t>
            </a:r>
            <a:r>
              <a:rPr lang="en-GB" sz="2000" b="1" dirty="0">
                <a:ea typeface="+mn-lt"/>
                <a:cs typeface="+mn-lt"/>
              </a:rPr>
              <a:t>unauthorized people</a:t>
            </a:r>
            <a:r>
              <a:rPr lang="en-GB" sz="2000" dirty="0">
                <a:ea typeface="+mn-lt"/>
                <a:cs typeface="+mn-lt"/>
              </a:rPr>
              <a:t> from accessing sensitive health records.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 Uses </a:t>
            </a:r>
            <a:r>
              <a:rPr lang="en-GB" sz="2000" b="1" dirty="0">
                <a:ea typeface="+mn-lt"/>
                <a:cs typeface="+mn-lt"/>
              </a:rPr>
              <a:t>OAuth 2.0 + Identity Server</a:t>
            </a:r>
            <a:r>
              <a:rPr lang="en-GB" sz="2000" dirty="0">
                <a:ea typeface="+mn-lt"/>
                <a:cs typeface="+mn-lt"/>
              </a:rPr>
              <a:t> to confirm that the user is genuine (e.g., correct username, password, or 2FA).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endParaRPr lang="en-GB" sz="2000" dirty="0">
              <a:ea typeface="Calibri"/>
              <a:cs typeface="Calibri"/>
            </a:endParaRPr>
          </a:p>
          <a:p>
            <a:r>
              <a:rPr lang="en-GB" sz="3000" dirty="0">
                <a:ea typeface="Calibri"/>
                <a:cs typeface="Calibri"/>
              </a:rPr>
              <a:t>Authorization — “What are you allowed to do?”</a:t>
            </a:r>
            <a:endParaRPr lang="en-US" sz="3000" dirty="0">
              <a:ea typeface="Calibri"/>
              <a:cs typeface="Calibri"/>
            </a:endParaRPr>
          </a:p>
          <a:p>
            <a:r>
              <a:rPr lang="en-GB" sz="2000" dirty="0">
                <a:ea typeface="Calibri"/>
                <a:cs typeface="Calibri"/>
              </a:rPr>
              <a:t>In </a:t>
            </a:r>
            <a:r>
              <a:rPr lang="en-GB" sz="2000" dirty="0" err="1">
                <a:ea typeface="Calibri"/>
                <a:cs typeface="Calibri"/>
              </a:rPr>
              <a:t>EmpowerHealth</a:t>
            </a:r>
            <a:r>
              <a:rPr lang="en-GB" sz="2000" dirty="0">
                <a:ea typeface="Calibri"/>
                <a:cs typeface="Calibri"/>
              </a:rPr>
              <a:t>:</a:t>
            </a:r>
            <a:endParaRPr lang="en-GB" dirty="0"/>
          </a:p>
          <a:p>
            <a:pPr lvl="1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 A </a:t>
            </a:r>
            <a:r>
              <a:rPr lang="en-GB" sz="2000" b="1" dirty="0">
                <a:ea typeface="+mn-lt"/>
                <a:cs typeface="+mn-lt"/>
              </a:rPr>
              <a:t>doctor</a:t>
            </a:r>
            <a:r>
              <a:rPr lang="en-GB" sz="2000" dirty="0">
                <a:ea typeface="+mn-lt"/>
                <a:cs typeface="+mn-lt"/>
              </a:rPr>
              <a:t> can view and edit patient data.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 A </a:t>
            </a:r>
            <a:r>
              <a:rPr lang="en-GB" sz="2000" b="1" dirty="0">
                <a:ea typeface="+mn-lt"/>
                <a:cs typeface="+mn-lt"/>
              </a:rPr>
              <a:t>patient</a:t>
            </a:r>
            <a:r>
              <a:rPr lang="en-GB" sz="2000" dirty="0">
                <a:ea typeface="+mn-lt"/>
                <a:cs typeface="+mn-lt"/>
              </a:rPr>
              <a:t> can view their own records only.</a:t>
            </a:r>
            <a:endParaRPr lang="en-GB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 A </a:t>
            </a:r>
            <a:r>
              <a:rPr lang="en-GB" sz="2000" b="1" dirty="0">
                <a:ea typeface="+mn-lt"/>
                <a:cs typeface="+mn-lt"/>
              </a:rPr>
              <a:t>lab</a:t>
            </a:r>
            <a:r>
              <a:rPr lang="en-GB" sz="2000" dirty="0">
                <a:ea typeface="+mn-lt"/>
                <a:cs typeface="+mn-lt"/>
              </a:rPr>
              <a:t> can only upload results but not change diagnoses.</a:t>
            </a:r>
            <a:endParaRPr lang="en-GB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32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3200" dirty="0">
              <a:ea typeface="Calibri"/>
              <a:cs typeface="Calibri"/>
            </a:endParaRPr>
          </a:p>
          <a:p>
            <a:endParaRPr lang="en-GB" sz="3200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F2D76-4E8A-0435-C70A-C0C99994AF72}"/>
              </a:ext>
            </a:extLst>
          </p:cNvPr>
          <p:cNvSpPr txBox="1"/>
          <p:nvPr/>
        </p:nvSpPr>
        <p:spPr>
          <a:xfrm>
            <a:off x="573205" y="5897965"/>
            <a:ext cx="107011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dirty="0">
                <a:ea typeface="+mn-lt"/>
                <a:cs typeface="+mn-lt"/>
              </a:rPr>
              <a:t>Both keep </a:t>
            </a:r>
            <a:r>
              <a:rPr lang="en-GB" sz="2400" b="1" err="1">
                <a:ea typeface="+mn-lt"/>
                <a:cs typeface="+mn-lt"/>
              </a:rPr>
              <a:t>EmpowerHealth</a:t>
            </a:r>
            <a:r>
              <a:rPr lang="en-GB" sz="2400" dirty="0">
                <a:ea typeface="+mn-lt"/>
                <a:cs typeface="+mn-lt"/>
              </a:rPr>
              <a:t> safe, private, and compliant with health data standards.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23379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E47A5-6726-B893-2A03-999EF9B46F7C}"/>
              </a:ext>
            </a:extLst>
          </p:cNvPr>
          <p:cNvSpPr txBox="1"/>
          <p:nvPr/>
        </p:nvSpPr>
        <p:spPr>
          <a:xfrm>
            <a:off x="1876567" y="216089"/>
            <a:ext cx="756313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 dirty="0">
                <a:ea typeface="Calibri"/>
                <a:cs typeface="Calibri"/>
              </a:rPr>
              <a:t>OAuth</a:t>
            </a:r>
          </a:p>
        </p:txBody>
      </p:sp>
      <p:pic>
        <p:nvPicPr>
          <p:cNvPr id="3" name="Picture 2" descr="OAuth Explained: How It Works &amp; Common Mistakes">
            <a:extLst>
              <a:ext uri="{FF2B5EF4-FFF2-40B4-BE49-F238E27FC236}">
                <a16:creationId xmlns:a16="http://schemas.microsoft.com/office/drawing/2014/main" id="{22A7C3AF-B921-95A8-62FA-60A7CEF28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2171700"/>
            <a:ext cx="7562850" cy="426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BD0150-A954-754A-A0D9-C4128DF73DFE}"/>
              </a:ext>
            </a:extLst>
          </p:cNvPr>
          <p:cNvSpPr txBox="1"/>
          <p:nvPr/>
        </p:nvSpPr>
        <p:spPr>
          <a:xfrm>
            <a:off x="942975" y="948159"/>
            <a:ext cx="11049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OAuth 2.0 is a </a:t>
            </a:r>
            <a:r>
              <a:rPr lang="en-GB" sz="2000" b="1" dirty="0">
                <a:ea typeface="+mn-lt"/>
                <a:cs typeface="+mn-lt"/>
              </a:rPr>
              <a:t>security framework</a:t>
            </a:r>
            <a:r>
              <a:rPr lang="en-GB" sz="2000" dirty="0">
                <a:ea typeface="+mn-lt"/>
                <a:cs typeface="+mn-lt"/>
              </a:rPr>
              <a:t> that allows apps to access data </a:t>
            </a:r>
            <a:r>
              <a:rPr lang="en-GB" sz="2000" b="1" dirty="0">
                <a:ea typeface="+mn-lt"/>
                <a:cs typeface="+mn-lt"/>
              </a:rPr>
              <a:t>safely</a:t>
            </a:r>
            <a:r>
              <a:rPr lang="en-GB" sz="2000" dirty="0">
                <a:ea typeface="+mn-lt"/>
                <a:cs typeface="+mn-lt"/>
              </a:rPr>
              <a:t> without sharing passwords.</a:t>
            </a: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It is used to manage who can view, edit, or share health information.</a:t>
            </a:r>
          </a:p>
          <a:p>
            <a:pPr marL="285750" indent="-285750">
              <a:buFont typeface="Arial"/>
              <a:buChar char="•"/>
            </a:pPr>
            <a:r>
              <a:rPr lang="en-GB" sz="2000" dirty="0">
                <a:ea typeface="+mn-lt"/>
                <a:cs typeface="+mn-lt"/>
              </a:rPr>
              <a:t>Keeps patient data private and ensures only </a:t>
            </a:r>
            <a:r>
              <a:rPr lang="en-GB" sz="2000" b="1" dirty="0">
                <a:ea typeface="+mn-lt"/>
                <a:cs typeface="+mn-lt"/>
              </a:rPr>
              <a:t>authorized users</a:t>
            </a:r>
            <a:r>
              <a:rPr lang="en-GB" sz="2000" dirty="0">
                <a:ea typeface="+mn-lt"/>
                <a:cs typeface="+mn-lt"/>
              </a:rPr>
              <a:t> get access.</a:t>
            </a:r>
          </a:p>
          <a:p>
            <a:pPr algn="l"/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5407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664A49-C4F6-E75D-CE58-3A1D078BEDF6}"/>
              </a:ext>
            </a:extLst>
          </p:cNvPr>
          <p:cNvSpPr txBox="1"/>
          <p:nvPr/>
        </p:nvSpPr>
        <p:spPr>
          <a:xfrm>
            <a:off x="1876567" y="216089"/>
            <a:ext cx="756313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 dirty="0">
                <a:ea typeface="Calibri"/>
                <a:cs typeface="Calibri"/>
              </a:rPr>
              <a:t>App Development Frameworks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37176-C6BD-E5CB-7801-717BF73DB93A}"/>
              </a:ext>
            </a:extLst>
          </p:cNvPr>
          <p:cNvSpPr txBox="1"/>
          <p:nvPr/>
        </p:nvSpPr>
        <p:spPr>
          <a:xfrm>
            <a:off x="1573531" y="1687831"/>
            <a:ext cx="19548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Flutter</a:t>
            </a:r>
          </a:p>
          <a:p>
            <a:r>
              <a:rPr lang="en-US" dirty="0"/>
              <a:t>Angular </a:t>
            </a:r>
          </a:p>
          <a:p>
            <a:r>
              <a:rPr lang="en-US" dirty="0"/>
              <a:t>React Native</a:t>
            </a:r>
          </a:p>
          <a:p>
            <a:endParaRPr lang="en-US" dirty="0"/>
          </a:p>
          <a:p>
            <a:r>
              <a:rPr lang="en-US" dirty="0"/>
              <a:t>Comparison Table</a:t>
            </a:r>
          </a:p>
          <a:p>
            <a:endParaRPr lang="en-US" dirty="0"/>
          </a:p>
        </p:txBody>
      </p:sp>
      <p:pic>
        <p:nvPicPr>
          <p:cNvPr id="1026" name="Picture 2" descr="Flutter vs React Native: Best Cross-Platform Choice 2025">
            <a:extLst>
              <a:ext uri="{FF2B5EF4-FFF2-40B4-BE49-F238E27FC236}">
                <a16:creationId xmlns:a16="http://schemas.microsoft.com/office/drawing/2014/main" id="{61EB881B-2C6D-E163-9862-8CCCF89AA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83" y="2786678"/>
            <a:ext cx="5155021" cy="3093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mparison Table - Flutter vs React Native">
            <a:extLst>
              <a:ext uri="{FF2B5EF4-FFF2-40B4-BE49-F238E27FC236}">
                <a16:creationId xmlns:a16="http://schemas.microsoft.com/office/drawing/2014/main" id="{A2975205-FFB6-DC9F-582F-EDBEB4E52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99" y="3352108"/>
            <a:ext cx="5325606" cy="252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7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CD78FA-82BF-D630-2FB3-95C3A64BD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694905"/>
              </p:ext>
            </p:extLst>
          </p:nvPr>
        </p:nvGraphicFramePr>
        <p:xfrm>
          <a:off x="822325" y="838993"/>
          <a:ext cx="10547349" cy="5571329"/>
        </p:xfrm>
        <a:graphic>
          <a:graphicData uri="http://schemas.openxmlformats.org/drawingml/2006/table">
            <a:tbl>
              <a:tblPr/>
              <a:tblGrid>
                <a:gridCol w="2331684">
                  <a:extLst>
                    <a:ext uri="{9D8B030D-6E8A-4147-A177-3AD203B41FA5}">
                      <a16:colId xmlns:a16="http://schemas.microsoft.com/office/drawing/2014/main" val="797130552"/>
                    </a:ext>
                  </a:extLst>
                </a:gridCol>
                <a:gridCol w="2738555">
                  <a:extLst>
                    <a:ext uri="{9D8B030D-6E8A-4147-A177-3AD203B41FA5}">
                      <a16:colId xmlns:a16="http://schemas.microsoft.com/office/drawing/2014/main" val="2150252646"/>
                    </a:ext>
                  </a:extLst>
                </a:gridCol>
                <a:gridCol w="2738555">
                  <a:extLst>
                    <a:ext uri="{9D8B030D-6E8A-4147-A177-3AD203B41FA5}">
                      <a16:colId xmlns:a16="http://schemas.microsoft.com/office/drawing/2014/main" val="3767309183"/>
                    </a:ext>
                  </a:extLst>
                </a:gridCol>
                <a:gridCol w="2738555">
                  <a:extLst>
                    <a:ext uri="{9D8B030D-6E8A-4147-A177-3AD203B41FA5}">
                      <a16:colId xmlns:a16="http://schemas.microsoft.com/office/drawing/2014/main" val="2025735546"/>
                    </a:ext>
                  </a:extLst>
                </a:gridCol>
              </a:tblGrid>
              <a:tr h="2659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Flutter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Angular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React Native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118218"/>
                  </a:ext>
                </a:extLst>
              </a:tr>
              <a:tr h="2659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Language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TypeScript, HTML, CSS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Dart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JavaScript (or TypeScript)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62206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Architecture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Component-based, relies on browser standard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Widget-based, everything is a Widget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Component-based, Uni-directional data flow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859521"/>
                  </a:ext>
                </a:extLst>
              </a:tr>
              <a:tr h="2659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UI Rendering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WebViews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Proprietary Engine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Native Components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928612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Performance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 Good, but can be limited by WebView overhead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Excellent/Near-Nativ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Good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891561"/>
                  </a:ext>
                </a:extLst>
              </a:tr>
              <a:tr h="5318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Platform</a:t>
                      </a:r>
                      <a:b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Consistency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Hot Reload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Hot Reload and Hot Restart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Fast Refresh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200559"/>
                  </a:ext>
                </a:extLst>
              </a:tr>
              <a:tr h="2659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Web &amp; Desktop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Requires Cordova/Capacitor plugins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Uses Platform Channels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Uses the Bridge/JSI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372963"/>
                  </a:ext>
                </a:extLst>
              </a:tr>
              <a:tr h="2659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Backing Company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Google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Google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Meta (FaceBook)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481056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Maturity/Ecosystem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Very Mature (Web), Mature (Mobile hybrid)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Fast-Growing, rapidly maturing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Most Mature (Vast JS/NPM ecosystem)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389416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Community Size/Activity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Moderate/Stable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Large and very active, high growth rate.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Massive and highly active, largest overall.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050946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Job Market Demand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Good (Fueled by Angular web demand).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High/Growing Rapidly.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Highest (Due to React's ubiquity in web and mobile)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277698"/>
                  </a:ext>
                </a:extLst>
              </a:tr>
              <a:tr h="26590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Testing Support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Excellent (Unit, integration)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Excellent (Unit, widget)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Very Good (Unit/Snapshot with Jest)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798631"/>
                  </a:ext>
                </a:extLst>
              </a:tr>
              <a:tr h="4305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Code Sharing% 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Very High (Most code is shared between web and mobile builds)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 (Can share 100% of UI/logic across mobile/web/desktop)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 (Logic is shared, UI often needs some platform-specific adjustments)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085156"/>
                  </a:ext>
                </a:extLst>
              </a:tr>
              <a:tr h="8610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Ideal Use Case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</a:rPr>
                        <a:t>Enterprise web applications, teams with existing Angular expertise, rapid prototypes using web technologies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Highly custom UIs, complex animations, apps prioritizing consistent design and high performance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Teams with strong JavaScript/React expertise, apps needing strong native performance and leveraging a massive third-party package ecosystem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52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52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C01AE-54E8-D133-BA2F-25B2650BF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44661"/>
              </p:ext>
            </p:extLst>
          </p:nvPr>
        </p:nvGraphicFramePr>
        <p:xfrm>
          <a:off x="2032000" y="719666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86563938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1794289249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3596727330"/>
                    </a:ext>
                  </a:extLst>
                </a:gridCol>
                <a:gridCol w="3549650">
                  <a:extLst>
                    <a:ext uri="{9D8B030D-6E8A-4147-A177-3AD203B41FA5}">
                      <a16:colId xmlns:a16="http://schemas.microsoft.com/office/drawing/2014/main" val="1990010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42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 Base (Flutter)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408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Github</a:t>
                      </a:r>
                      <a:r>
                        <a:rPr lang="en-US" dirty="0"/>
                        <a:t>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98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980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47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Reset 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068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708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42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67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265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331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28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1054</Words>
  <Application>Microsoft Office PowerPoint</Application>
  <PresentationFormat>Widescreen</PresentationFormat>
  <Paragraphs>248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 Theme</vt:lpstr>
      <vt:lpstr>1_Office Theme</vt:lpstr>
      <vt:lpstr>EmpowerHealth – Patient‑Centric Smart EMR</vt:lpstr>
      <vt:lpstr>Problem &amp; Opportunity</vt:lpstr>
      <vt:lpstr>Our Solution</vt:lpstr>
      <vt:lpstr>How It Works</vt:lpstr>
      <vt:lpstr>Data Flow</vt:lpstr>
      <vt:lpstr>AI Risk Prediction &amp; Insights</vt:lpstr>
      <vt:lpstr>User Experience &amp; Doctor Access</vt:lpstr>
      <vt:lpstr>Security &amp; Privacy</vt:lpstr>
      <vt:lpstr>Business Model &amp; Roll‑Out</vt:lpstr>
      <vt:lpstr>PowerPoint Presentation</vt:lpstr>
      <vt:lpstr>System Design</vt:lpstr>
      <vt:lpstr>UX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Safee Ullah Chaudhary</cp:lastModifiedBy>
  <cp:revision>110</cp:revision>
  <dcterms:created xsi:type="dcterms:W3CDTF">2013-01-27T09:14:16Z</dcterms:created>
  <dcterms:modified xsi:type="dcterms:W3CDTF">2026-01-18T08:26:32Z</dcterms:modified>
  <cp:category/>
</cp:coreProperties>
</file>